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「時が満ち、神の国が近づいた。悔い改めて福音を信じなさい。」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イエスはガリラヤ湖のほとりを通り、シモンとシモンの兄弟アンデレが、湖で網を打っているのをご覧になった。彼らは漁師であった。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イエスは彼らに言われた。「わたしについて来なさい。人間をとる漁師にしてあげよう。」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すると、彼らはすぐに網を捨てて、イエスに従った。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また少し先に行き、ゼベダイの子ヤコブと、その兄弟ヨハネをご覧になった。彼らは舟の中で網を繕っていた。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イエスはすぐに彼らをお呼びになった。すると彼らは、父ゼベダイを雇い人たちとともに舟に残して、イエスの後について行った。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イエスは彼らに言われた。「わたしについて来なさい。人間をとる漁師にしてあげよう。」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イエスは彼らをじっと見て言われた。「それは人にはできないことです。しかし、神は違います。神にはどんなことでもできるのです。」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8:34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それから、群衆を弟子たちと一緒に呼び寄せて、彼らに言われた。「だれでもわたしに従って来たければ、自分を捨て、自分の十字架を負って、わたしに従って来なさい。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「時が満ち、神の国が近づいた。悔い改めて福音を信じなさい。」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