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2" r:id="rId1"/>
  </p:sldMasterIdLst>
  <p:sldIdLst>
    <p:sldId id="290" r:id="rId1001"/>
    <p:sldId id="291" r:id="rId1002"/>
    <p:sldId id="292" r:id="rId1003"/>
    <p:sldId id="293" r:id="rId1004"/>
    <p:sldId id="294" r:id="rId1005"/>
    <p:sldId id="295" r:id="rId1006"/>
    <p:sldId id="296" r:id="rId1007"/>
    <p:sldId id="297" r:id="rId1008"/>
    <p:sldId id="298" r:id="rId1009"/>
    <p:sldId id="299" r:id="rId1010"/>
    <p:sldId id="300" r:id="rId1011"/>
    <p:sldId id="301" r:id="rId1012"/>
    <p:sldId id="302" r:id="rId1013"/>
    <p:sldId id="303" r:id="rId1014"/>
    <p:sldId id="304" r:id="rId1015"/>
    <p:sldId id="305" r:id="rId1016"/>
    <p:sldId id="306" r:id="rId1017"/>
    <p:sldId id="307" r:id="rId1018"/>
    <p:sldId id="308" r:id="rId1019"/>
    <p:sldId id="309" r:id="rId1020"/>
    <p:sldId id="310" r:id="rId1021"/>
    <p:sldId id="311" r:id="rId1022"/>
    <p:sldId id="312" r:id="rId1023"/>
    <p:sldId id="313" r:id="rId1024"/>
    <p:sldId id="314" r:id="rId1025"/>
    <p:sldId id="315" r:id="rId1026"/>
    <p:sldId id="316" r:id="rId1027"/>
    <p:sldId id="317" r:id="rId1028"/>
    <p:sldId id="318" r:id="rId1029"/>
    <p:sldId id="319" r:id="rId1030"/>
    <p:sldId id="320" r:id="rId1031"/>
    <p:sldId id="321" r:id="rId1032"/>
    <p:sldId id="322" r:id="rId1033"/>
    <p:sldId id="323" r:id="rId103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997" autoAdjust="0"/>
    <p:restoredTop sz="94660"/>
  </p:normalViewPr>
  <p:slideViewPr>
    <p:cSldViewPr snapToGrid="0" showGuides="1">
      <p:cViewPr varScale="1">
        <p:scale>
          <a:sx n="61" d="100"/>
          <a:sy n="61" d="100"/>
        </p:scale>
        <p:origin x="232" y="283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001" Type="http://schemas.openxmlformats.org/officeDocument/2006/relationships/slide" Target="slides/slide1.xml"/><Relationship Id="rId1002" Type="http://schemas.openxmlformats.org/officeDocument/2006/relationships/slide" Target="slides/slide2.xml"/><Relationship Id="rId1003" Type="http://schemas.openxmlformats.org/officeDocument/2006/relationships/slide" Target="slides/slide3.xml"/><Relationship Id="rId1004" Type="http://schemas.openxmlformats.org/officeDocument/2006/relationships/slide" Target="slides/slide4.xml"/><Relationship Id="rId1005" Type="http://schemas.openxmlformats.org/officeDocument/2006/relationships/slide" Target="slides/slide5.xml"/><Relationship Id="rId1006" Type="http://schemas.openxmlformats.org/officeDocument/2006/relationships/slide" Target="slides/slide6.xml"/><Relationship Id="rId1007" Type="http://schemas.openxmlformats.org/officeDocument/2006/relationships/slide" Target="slides/slide7.xml"/><Relationship Id="rId1008" Type="http://schemas.openxmlformats.org/officeDocument/2006/relationships/slide" Target="slides/slide8.xml"/><Relationship Id="rId1009" Type="http://schemas.openxmlformats.org/officeDocument/2006/relationships/slide" Target="slides/slide9.xml"/><Relationship Id="rId1010" Type="http://schemas.openxmlformats.org/officeDocument/2006/relationships/slide" Target="slides/slide10.xml"/><Relationship Id="rId1011" Type="http://schemas.openxmlformats.org/officeDocument/2006/relationships/slide" Target="slides/slide11.xml"/><Relationship Id="rId1012" Type="http://schemas.openxmlformats.org/officeDocument/2006/relationships/slide" Target="slides/slide12.xml"/><Relationship Id="rId1013" Type="http://schemas.openxmlformats.org/officeDocument/2006/relationships/slide" Target="slides/slide13.xml"/><Relationship Id="rId1014" Type="http://schemas.openxmlformats.org/officeDocument/2006/relationships/slide" Target="slides/slide14.xml"/><Relationship Id="rId1015" Type="http://schemas.openxmlformats.org/officeDocument/2006/relationships/slide" Target="slides/slide15.xml"/><Relationship Id="rId1016" Type="http://schemas.openxmlformats.org/officeDocument/2006/relationships/slide" Target="slides/slide16.xml"/><Relationship Id="rId1017" Type="http://schemas.openxmlformats.org/officeDocument/2006/relationships/slide" Target="slides/slide17.xml"/><Relationship Id="rId1018" Type="http://schemas.openxmlformats.org/officeDocument/2006/relationships/slide" Target="slides/slide18.xml"/><Relationship Id="rId1019" Type="http://schemas.openxmlformats.org/officeDocument/2006/relationships/slide" Target="slides/slide19.xml"/><Relationship Id="rId1020" Type="http://schemas.openxmlformats.org/officeDocument/2006/relationships/slide" Target="slides/slide20.xml"/><Relationship Id="rId1021" Type="http://schemas.openxmlformats.org/officeDocument/2006/relationships/slide" Target="slides/slide21.xml"/><Relationship Id="rId1022" Type="http://schemas.openxmlformats.org/officeDocument/2006/relationships/slide" Target="slides/slide22.xml"/><Relationship Id="rId1023" Type="http://schemas.openxmlformats.org/officeDocument/2006/relationships/slide" Target="slides/slide23.xml"/><Relationship Id="rId1024" Type="http://schemas.openxmlformats.org/officeDocument/2006/relationships/slide" Target="slides/slide24.xml"/><Relationship Id="rId1025" Type="http://schemas.openxmlformats.org/officeDocument/2006/relationships/slide" Target="slides/slide25.xml"/><Relationship Id="rId1026" Type="http://schemas.openxmlformats.org/officeDocument/2006/relationships/slide" Target="slides/slide26.xml"/><Relationship Id="rId1027" Type="http://schemas.openxmlformats.org/officeDocument/2006/relationships/slide" Target="slides/slide27.xml"/><Relationship Id="rId1028" Type="http://schemas.openxmlformats.org/officeDocument/2006/relationships/slide" Target="slides/slide28.xml"/><Relationship Id="rId1029" Type="http://schemas.openxmlformats.org/officeDocument/2006/relationships/slide" Target="slides/slide29.xml"/><Relationship Id="rId1030" Type="http://schemas.openxmlformats.org/officeDocument/2006/relationships/slide" Target="slides/slide30.xml"/><Relationship Id="rId1031" Type="http://schemas.openxmlformats.org/officeDocument/2006/relationships/slide" Target="slides/slide31.xml"/><Relationship Id="rId1032" Type="http://schemas.openxmlformats.org/officeDocument/2006/relationships/slide" Target="slides/slide32.xml"/><Relationship Id="rId1033" Type="http://schemas.openxmlformats.org/officeDocument/2006/relationships/slide" Target="slides/slide33.xml"/><Relationship Id="rId1034" Type="http://schemas.openxmlformats.org/officeDocument/2006/relationships/slide" Target="slides/slide34.xml"/><Relationship Id="rId25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4" Type="http://schemas.openxmlformats.org/officeDocument/2006/relationships/theme" Target="theme/theme1.xml"/><Relationship Id="rId23" Type="http://schemas.openxmlformats.org/officeDocument/2006/relationships/viewProps" Target="viewProps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テキスト プレースホルダー 3">
            <a:extLst>
              <a:ext uri="{FF2B5EF4-FFF2-40B4-BE49-F238E27FC236}">
                <a16:creationId xmlns:a16="http://schemas.microsoft.com/office/drawing/2014/main" id="{06A7455C-219E-42D3-8F17-B32323BD6FC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600" b="1">
                <a:solidFill>
                  <a:schemeClr val="tx1"/>
                </a:solidFill>
              </a:defRPr>
            </a:lvl1pPr>
            <a:lvl2pPr marL="457200" indent="0">
              <a:buNone/>
              <a:defRPr sz="3200">
                <a:solidFill>
                  <a:schemeClr val="bg1"/>
                </a:solidFill>
              </a:defRPr>
            </a:lvl2pPr>
            <a:lvl3pPr marL="914400" indent="0">
              <a:buNone/>
              <a:defRPr sz="2800">
                <a:solidFill>
                  <a:schemeClr val="bg1"/>
                </a:solidFill>
              </a:defRPr>
            </a:lvl3pPr>
            <a:lvl4pPr marL="1371600" indent="0">
              <a:buNone/>
              <a:defRPr sz="2400">
                <a:solidFill>
                  <a:schemeClr val="bg1"/>
                </a:solidFill>
              </a:defRPr>
            </a:lvl4pPr>
            <a:lvl5pPr marL="1828800" indent="0">
              <a:buNone/>
              <a:defRPr sz="2400"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7195504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7/6/25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896015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b="1" kern="1200">
          <a:solidFill>
            <a:schemeClr val="tx1"/>
          </a:solidFill>
          <a:latin typeface="+mn-ea"/>
          <a:ea typeface="+mn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kumimoji="1" sz="28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kumimoji="1" sz="2400" b="1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kumimoji="1" sz="2000" b="1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kumimoji="1" sz="1800" b="1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kumimoji="1" sz="1800" b="1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704123-7415-9F33-DD50-7C6B95E5C4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1880A210-FE0B-5881-C4EC-9785B3BA952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152400" marR="152400"/>
            <a:r>
              <a:rPr lang="en-US" altLang="ja-JP" dirty="0">
                <a:latin typeface="小塚明朝 Pro L"/>
                <a:ea typeface="Meiryo UI" panose="020B0604030504040204" pitchFamily="34" charset="-128"/>
                <a:cs typeface="ＭＳ Ｐゴシック" panose="020B0600070205080204" pitchFamily="34" charset="-128"/>
              </a:rPr>
              <a:t>Mark 3:6</a:t>
            </a:r>
            <a:r>
              <a:rPr lang="en-US" altLang="ja-JP" dirty="0">
                <a:latin typeface="小塚明朝 Pro L"/>
                <a:ea typeface="Meiryo UI" panose="020B0604030504040204" pitchFamily="34" charset="-128"/>
                <a:cs typeface="ＭＳ Ｐゴシック" panose="020B0600070205080204" pitchFamily="34" charset="-128"/>
              </a:rPr>
              <a:t xml:space="preserve">  </a:t>
            </a:r>
            <a:r>
              <a:rPr lang="ja-JP" altLang="ja-JP">
                <a:latin typeface="小塚明朝 Pro L"/>
                <a:ea typeface="Meiryo UI" panose="020B0604030504040204" pitchFamily="34" charset="-128"/>
                <a:cs typeface="ＭＳ Ｐゴシック" panose="020B0600070205080204" pitchFamily="34" charset="-128"/>
              </a:rPr>
              <a:t>パリサイ人たちは出て行ってすぐに、ヘロデ党の者たちと一緒に、どうやってイエスを殺そうかと相談し始めた。</a:t>
            </a:r>
          </a:p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340000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704123-7415-9F33-DD50-7C6B95E5C4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1880A210-FE0B-5881-C4EC-9785B3BA952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152400" marR="152400"/>
            <a:r>
              <a:rPr lang="en-US" altLang="ja-JP" dirty="0">
                <a:latin typeface="小塚明朝 Pro L"/>
                <a:ea typeface="Meiryo UI" panose="020B0604030504040204" pitchFamily="34" charset="-128"/>
                <a:cs typeface="ＭＳ Ｐゴシック" panose="020B0600070205080204" pitchFamily="34" charset="-128"/>
              </a:rPr>
              <a:t>Mark 3:7</a:t>
            </a:r>
            <a:r>
              <a:rPr lang="en-US" altLang="ja-JP" dirty="0">
                <a:latin typeface="小塚明朝 Pro L"/>
                <a:ea typeface="Meiryo UI" panose="020B0604030504040204" pitchFamily="34" charset="-128"/>
                <a:cs typeface="ＭＳ Ｐゴシック" panose="020B0600070205080204" pitchFamily="34" charset="-128"/>
              </a:rPr>
              <a:t xml:space="preserve">  </a:t>
            </a:r>
            <a:r>
              <a:rPr lang="ja-JP" altLang="ja-JP">
                <a:latin typeface="小塚明朝 Pro L"/>
                <a:ea typeface="Meiryo UI" panose="020B0604030504040204" pitchFamily="34" charset="-128"/>
                <a:cs typeface="ＭＳ Ｐゴシック" panose="020B0600070205080204" pitchFamily="34" charset="-128"/>
              </a:rPr>
              <a:t>それから、イエスは弟子たちとともに湖の方に退かれた。すると、ガリラヤから出て来た非常に大勢の人々がついて来た。また、ユダヤから、</a:t>
            </a:r>
          </a:p>
          <a:p>
            <a:pPr marL="152400" marR="152400"/>
            <a:r>
              <a:rPr lang="en-US" altLang="ja-JP" dirty="0">
                <a:latin typeface="小塚明朝 Pro L"/>
                <a:ea typeface="Meiryo UI" panose="020B0604030504040204" pitchFamily="34" charset="-128"/>
                <a:cs typeface="ＭＳ Ｐゴシック" panose="020B0600070205080204" pitchFamily="34" charset="-128"/>
              </a:rPr>
              <a:t>Mark 3:8</a:t>
            </a:r>
            <a:r>
              <a:rPr lang="en-US" altLang="ja-JP" dirty="0">
                <a:latin typeface="小塚明朝 Pro L"/>
                <a:ea typeface="Meiryo UI" panose="020B0604030504040204" pitchFamily="34" charset="-128"/>
                <a:cs typeface="ＭＳ Ｐゴシック" panose="020B0600070205080204" pitchFamily="34" charset="-128"/>
              </a:rPr>
              <a:t xml:space="preserve">  </a:t>
            </a:r>
            <a:r>
              <a:rPr lang="ja-JP" altLang="ja-JP">
                <a:latin typeface="小塚明朝 Pro L"/>
                <a:ea typeface="Meiryo UI" panose="020B0604030504040204" pitchFamily="34" charset="-128"/>
                <a:cs typeface="ＭＳ Ｐゴシック" panose="020B0600070205080204" pitchFamily="34" charset="-128"/>
              </a:rPr>
              <a:t>エルサレムから、イドマヤから、ヨルダンの川向こうや、ツロ、シドンのあたりからも、非常に大勢の人々が、イエスが行っておられることを聞いて、みもとにやって来た。</a:t>
            </a:r>
          </a:p>
          <a:p>
            <a:pPr marL="152400" marR="152400"/>
            <a:r>
              <a:rPr lang="en-US" altLang="ja-JP" dirty="0">
                <a:latin typeface="小塚明朝 Pro L"/>
                <a:ea typeface="Meiryo UI" panose="020B0604030504040204" pitchFamily="34" charset="-128"/>
                <a:cs typeface="ＭＳ Ｐゴシック" panose="020B0600070205080204" pitchFamily="34" charset="-128"/>
              </a:rPr>
              <a:t>Mark 3:9</a:t>
            </a:r>
            <a:r>
              <a:rPr lang="en-US" altLang="ja-JP" dirty="0">
                <a:latin typeface="小塚明朝 Pro L"/>
                <a:ea typeface="Meiryo UI" panose="020B0604030504040204" pitchFamily="34" charset="-128"/>
                <a:cs typeface="ＭＳ Ｐゴシック" panose="020B0600070205080204" pitchFamily="34" charset="-128"/>
              </a:rPr>
              <a:t xml:space="preserve">  </a:t>
            </a:r>
            <a:r>
              <a:rPr lang="ja-JP" altLang="ja-JP">
                <a:latin typeface="小塚明朝 Pro L"/>
                <a:ea typeface="Meiryo UI" panose="020B0604030504040204" pitchFamily="34" charset="-128"/>
                <a:cs typeface="ＭＳ Ｐゴシック" panose="020B0600070205080204" pitchFamily="34" charset="-128"/>
              </a:rPr>
              <a:t>イエスは、群衆が押し寄せて来ないように、ご自分のために小舟を用意しておくよう、弟子たちに言われた。</a:t>
            </a:r>
          </a:p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340000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704123-7415-9F33-DD50-7C6B95E5C4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1880A210-FE0B-5881-C4EC-9785B3BA952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152400" marR="152400"/>
            <a:r>
              <a:rPr lang="en-US" altLang="ja-JP" dirty="0">
                <a:latin typeface="小塚明朝 Pro L"/>
                <a:ea typeface="Meiryo UI" panose="020B0604030504040204" pitchFamily="34" charset="-128"/>
                <a:cs typeface="ＭＳ Ｐゴシック" panose="020B0600070205080204" pitchFamily="34" charset="-128"/>
              </a:rPr>
              <a:t>Mark 3:10</a:t>
            </a:r>
            <a:r>
              <a:rPr lang="en-US" altLang="ja-JP" dirty="0">
                <a:latin typeface="小塚明朝 Pro L"/>
                <a:ea typeface="Meiryo UI" panose="020B0604030504040204" pitchFamily="34" charset="-128"/>
                <a:cs typeface="ＭＳ Ｐゴシック" panose="020B0600070205080204" pitchFamily="34" charset="-128"/>
              </a:rPr>
              <a:t xml:space="preserve">  </a:t>
            </a:r>
            <a:r>
              <a:rPr lang="ja-JP" altLang="ja-JP">
                <a:latin typeface="小塚明朝 Pro L"/>
                <a:ea typeface="Meiryo UI" panose="020B0604030504040204" pitchFamily="34" charset="-128"/>
                <a:cs typeface="ＭＳ Ｐゴシック" panose="020B0600070205080204" pitchFamily="34" charset="-128"/>
              </a:rPr>
              <a:t>イエスが多くの人を癒やされたので、病気に悩む人たちがみな、イエスにさわろうとして、みもとに押し寄せて来たのである。</a:t>
            </a:r>
          </a:p>
          <a:p>
            <a:pPr marL="152400" marR="152400"/>
            <a:r>
              <a:rPr lang="en-US" altLang="ja-JP" dirty="0">
                <a:latin typeface="小塚明朝 Pro L"/>
                <a:ea typeface="Meiryo UI" panose="020B0604030504040204" pitchFamily="34" charset="-128"/>
                <a:cs typeface="ＭＳ Ｐゴシック" panose="020B0600070205080204" pitchFamily="34" charset="-128"/>
              </a:rPr>
              <a:t>Mark 3:11</a:t>
            </a:r>
            <a:r>
              <a:rPr lang="en-US" altLang="ja-JP" dirty="0">
                <a:latin typeface="小塚明朝 Pro L"/>
                <a:ea typeface="Meiryo UI" panose="020B0604030504040204" pitchFamily="34" charset="-128"/>
                <a:cs typeface="ＭＳ Ｐゴシック" panose="020B0600070205080204" pitchFamily="34" charset="-128"/>
              </a:rPr>
              <a:t xml:space="preserve">  </a:t>
            </a:r>
            <a:r>
              <a:rPr lang="ja-JP" altLang="ja-JP">
                <a:latin typeface="小塚明朝 Pro L"/>
                <a:ea typeface="Meiryo UI" panose="020B0604030504040204" pitchFamily="34" charset="-128"/>
                <a:cs typeface="ＭＳ Ｐゴシック" panose="020B0600070205080204" pitchFamily="34" charset="-128"/>
              </a:rPr>
              <a:t>汚れた霊どもは、イエスを見るたびに御前にひれ伏して「あなたは神の子です」と叫んだ。</a:t>
            </a:r>
          </a:p>
          <a:p>
            <a:pPr marL="152400" marR="152400"/>
            <a:r>
              <a:rPr lang="en-US" altLang="ja-JP" dirty="0">
                <a:latin typeface="小塚明朝 Pro L"/>
                <a:ea typeface="Meiryo UI" panose="020B0604030504040204" pitchFamily="34" charset="-128"/>
                <a:cs typeface="ＭＳ Ｐゴシック" panose="020B0600070205080204" pitchFamily="34" charset="-128"/>
              </a:rPr>
              <a:t>Mark 3:12</a:t>
            </a:r>
            <a:r>
              <a:rPr lang="en-US" altLang="ja-JP" dirty="0">
                <a:latin typeface="小塚明朝 Pro L"/>
                <a:ea typeface="Meiryo UI" panose="020B0604030504040204" pitchFamily="34" charset="-128"/>
                <a:cs typeface="ＭＳ Ｐゴシック" panose="020B0600070205080204" pitchFamily="34" charset="-128"/>
              </a:rPr>
              <a:t xml:space="preserve">  </a:t>
            </a:r>
            <a:r>
              <a:rPr lang="ja-JP" altLang="ja-JP">
                <a:latin typeface="小塚明朝 Pro L"/>
                <a:ea typeface="Meiryo UI" panose="020B0604030504040204" pitchFamily="34" charset="-128"/>
                <a:cs typeface="ＭＳ Ｐゴシック" panose="020B0600070205080204" pitchFamily="34" charset="-128"/>
              </a:rPr>
              <a:t>イエスはご自分のことを知らせないよう、彼らを厳しく戒められた。</a:t>
            </a:r>
          </a:p>
          <a:p>
            <a:pPr marL="152400" marR="152400"/>
            <a:r>
              <a:rPr lang="en-US" altLang="ja-JP" dirty="0">
                <a:latin typeface="小塚明朝 Pro L"/>
                <a:ea typeface="Meiryo UI" panose="020B0604030504040204" pitchFamily="34" charset="-128"/>
                <a:cs typeface="ＭＳ Ｐゴシック" panose="020B0600070205080204" pitchFamily="34" charset="-128"/>
              </a:rPr>
              <a:t>Mark 3:13</a:t>
            </a:r>
            <a:r>
              <a:rPr lang="en-US" altLang="ja-JP" dirty="0">
                <a:latin typeface="小塚明朝 Pro L"/>
                <a:ea typeface="Meiryo UI" panose="020B0604030504040204" pitchFamily="34" charset="-128"/>
                <a:cs typeface="ＭＳ Ｐゴシック" panose="020B0600070205080204" pitchFamily="34" charset="-128"/>
              </a:rPr>
              <a:t xml:space="preserve">  </a:t>
            </a:r>
            <a:r>
              <a:rPr lang="ja-JP" altLang="ja-JP">
                <a:latin typeface="小塚明朝 Pro L"/>
                <a:ea typeface="Meiryo UI" panose="020B0604030504040204" pitchFamily="34" charset="-128"/>
                <a:cs typeface="ＭＳ Ｐゴシック" panose="020B0600070205080204" pitchFamily="34" charset="-128"/>
              </a:rPr>
              <a:t>さて、イエスが山に登り、ご自分が望む者たちを呼び寄せられると、彼らはみもとに来た。</a:t>
            </a:r>
          </a:p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340000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704123-7415-9F33-DD50-7C6B95E5C4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1880A210-FE0B-5881-C4EC-9785B3BA952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152400" marR="152400"/>
            <a:r>
              <a:rPr lang="en-US" altLang="ja-JP" dirty="0">
                <a:latin typeface="小塚明朝 Pro L"/>
                <a:ea typeface="Meiryo UI" panose="020B0604030504040204" pitchFamily="34" charset="-128"/>
                <a:cs typeface="ＭＳ Ｐゴシック" panose="020B0600070205080204" pitchFamily="34" charset="-128"/>
              </a:rPr>
              <a:t>Mark 3:14</a:t>
            </a:r>
            <a:r>
              <a:rPr lang="en-US" altLang="ja-JP" dirty="0">
                <a:latin typeface="小塚明朝 Pro L"/>
                <a:ea typeface="Meiryo UI" panose="020B0604030504040204" pitchFamily="34" charset="-128"/>
                <a:cs typeface="ＭＳ Ｐゴシック" panose="020B0600070205080204" pitchFamily="34" charset="-128"/>
              </a:rPr>
              <a:t xml:space="preserve">  </a:t>
            </a:r>
            <a:r>
              <a:rPr lang="ja-JP" altLang="ja-JP">
                <a:latin typeface="小塚明朝 Pro L"/>
                <a:ea typeface="Meiryo UI" panose="020B0604030504040204" pitchFamily="34" charset="-128"/>
                <a:cs typeface="ＭＳ Ｐゴシック" panose="020B0600070205080204" pitchFamily="34" charset="-128"/>
              </a:rPr>
              <a:t>イエスは十二人を任命し、彼らを使徒と呼ばれた。それは、彼らをご自分のそばに置くため、また彼らを遣わして宣教をさせ、</a:t>
            </a:r>
          </a:p>
          <a:p>
            <a:pPr marL="152400" marR="152400"/>
            <a:r>
              <a:rPr lang="en-US" altLang="ja-JP" dirty="0">
                <a:latin typeface="小塚明朝 Pro L"/>
                <a:ea typeface="Meiryo UI" panose="020B0604030504040204" pitchFamily="34" charset="-128"/>
                <a:cs typeface="ＭＳ Ｐゴシック" panose="020B0600070205080204" pitchFamily="34" charset="-128"/>
              </a:rPr>
              <a:t>Mark 3:15</a:t>
            </a:r>
            <a:r>
              <a:rPr lang="en-US" altLang="ja-JP" dirty="0">
                <a:latin typeface="小塚明朝 Pro L"/>
                <a:ea typeface="Meiryo UI" panose="020B0604030504040204" pitchFamily="34" charset="-128"/>
                <a:cs typeface="ＭＳ Ｐゴシック" panose="020B0600070205080204" pitchFamily="34" charset="-128"/>
              </a:rPr>
              <a:t xml:space="preserve">  </a:t>
            </a:r>
            <a:r>
              <a:rPr lang="ja-JP" altLang="ja-JP">
                <a:latin typeface="小塚明朝 Pro L"/>
                <a:ea typeface="Meiryo UI" panose="020B0604030504040204" pitchFamily="34" charset="-128"/>
                <a:cs typeface="ＭＳ Ｐゴシック" panose="020B0600070205080204" pitchFamily="34" charset="-128"/>
              </a:rPr>
              <a:t>彼らに悪霊を追い出す権威を持たせるためであった。</a:t>
            </a:r>
          </a:p>
          <a:p>
            <a:pPr marL="152400" marR="152400"/>
            <a:r>
              <a:rPr lang="en-US" altLang="ja-JP" dirty="0">
                <a:latin typeface="小塚明朝 Pro L"/>
                <a:ea typeface="Meiryo UI" panose="020B0604030504040204" pitchFamily="34" charset="-128"/>
                <a:cs typeface="ＭＳ Ｐゴシック" panose="020B0600070205080204" pitchFamily="34" charset="-128"/>
              </a:rPr>
              <a:t>Mark 3:16</a:t>
            </a:r>
            <a:r>
              <a:rPr lang="en-US" altLang="ja-JP" dirty="0">
                <a:latin typeface="小塚明朝 Pro L"/>
                <a:ea typeface="Meiryo UI" panose="020B0604030504040204" pitchFamily="34" charset="-128"/>
                <a:cs typeface="ＭＳ Ｐゴシック" panose="020B0600070205080204" pitchFamily="34" charset="-128"/>
              </a:rPr>
              <a:t xml:space="preserve">  </a:t>
            </a:r>
            <a:r>
              <a:rPr lang="ja-JP" altLang="ja-JP">
                <a:latin typeface="小塚明朝 Pro L"/>
                <a:ea typeface="Meiryo UI" panose="020B0604030504040204" pitchFamily="34" charset="-128"/>
                <a:cs typeface="ＭＳ Ｐゴシック" panose="020B0600070205080204" pitchFamily="34" charset="-128"/>
              </a:rPr>
              <a:t>こうしてイエスは十二人を任命された。シモンにはペテロという名をつけ、</a:t>
            </a:r>
          </a:p>
          <a:p>
            <a:pPr marL="152400" marR="152400"/>
            <a:r>
              <a:rPr lang="en-US" altLang="ja-JP" dirty="0">
                <a:latin typeface="小塚明朝 Pro L"/>
                <a:ea typeface="Meiryo UI" panose="020B0604030504040204" pitchFamily="34" charset="-128"/>
                <a:cs typeface="ＭＳ Ｐゴシック" panose="020B0600070205080204" pitchFamily="34" charset="-128"/>
              </a:rPr>
              <a:t>Mark 3:17</a:t>
            </a:r>
            <a:r>
              <a:rPr lang="en-US" altLang="ja-JP" dirty="0">
                <a:latin typeface="小塚明朝 Pro L"/>
                <a:ea typeface="Meiryo UI" panose="020B0604030504040204" pitchFamily="34" charset="-128"/>
                <a:cs typeface="ＭＳ Ｐゴシック" panose="020B0600070205080204" pitchFamily="34" charset="-128"/>
              </a:rPr>
              <a:t xml:space="preserve">  </a:t>
            </a:r>
            <a:r>
              <a:rPr lang="ja-JP" altLang="ja-JP">
                <a:latin typeface="小塚明朝 Pro L"/>
                <a:ea typeface="Meiryo UI" panose="020B0604030504040204" pitchFamily="34" charset="-128"/>
                <a:cs typeface="ＭＳ Ｐゴシック" panose="020B0600070205080204" pitchFamily="34" charset="-128"/>
              </a:rPr>
              <a:t>ゼベダイの子ヤコブと、ヤコブの兄弟ヨハネ、この二人にはボアネルゲ、すなわち、雷の子という名をつけられた。</a:t>
            </a:r>
          </a:p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340000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704123-7415-9F33-DD50-7C6B95E5C4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1880A210-FE0B-5881-C4EC-9785B3BA952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152400" marR="152400"/>
            <a:r>
              <a:rPr lang="en-US" altLang="ja-JP" dirty="0">
                <a:latin typeface="小塚明朝 Pro L"/>
                <a:ea typeface="Meiryo UI" panose="020B0604030504040204" pitchFamily="34" charset="-128"/>
                <a:cs typeface="ＭＳ Ｐゴシック" panose="020B0600070205080204" pitchFamily="34" charset="-128"/>
              </a:rPr>
              <a:t>Mark 3:18</a:t>
            </a:r>
            <a:r>
              <a:rPr lang="en-US" altLang="ja-JP" dirty="0">
                <a:latin typeface="小塚明朝 Pro L"/>
                <a:ea typeface="Meiryo UI" panose="020B0604030504040204" pitchFamily="34" charset="-128"/>
                <a:cs typeface="ＭＳ Ｐゴシック" panose="020B0600070205080204" pitchFamily="34" charset="-128"/>
              </a:rPr>
              <a:t xml:space="preserve">  </a:t>
            </a:r>
            <a:r>
              <a:rPr lang="ja-JP" altLang="ja-JP">
                <a:latin typeface="小塚明朝 Pro L"/>
                <a:ea typeface="Meiryo UI" panose="020B0604030504040204" pitchFamily="34" charset="-128"/>
                <a:cs typeface="ＭＳ Ｐゴシック" panose="020B0600070205080204" pitchFamily="34" charset="-128"/>
              </a:rPr>
              <a:t>さらに、アンデレ、ピリポ、バルトロマイ、マタイ、トマス、アルパヨの子ヤコブ、タダイ、熱心党のシモン、</a:t>
            </a:r>
          </a:p>
          <a:p>
            <a:pPr marL="152400" marR="152400"/>
            <a:r>
              <a:rPr lang="en-US" altLang="ja-JP" dirty="0">
                <a:latin typeface="小塚明朝 Pro L"/>
                <a:ea typeface="Meiryo UI" panose="020B0604030504040204" pitchFamily="34" charset="-128"/>
                <a:cs typeface="ＭＳ Ｐゴシック" panose="020B0600070205080204" pitchFamily="34" charset="-128"/>
              </a:rPr>
              <a:t>Mark 3:19</a:t>
            </a:r>
            <a:r>
              <a:rPr lang="en-US" altLang="ja-JP" dirty="0">
                <a:latin typeface="小塚明朝 Pro L"/>
                <a:ea typeface="Meiryo UI" panose="020B0604030504040204" pitchFamily="34" charset="-128"/>
                <a:cs typeface="ＭＳ Ｐゴシック" panose="020B0600070205080204" pitchFamily="34" charset="-128"/>
              </a:rPr>
              <a:t xml:space="preserve">  </a:t>
            </a:r>
            <a:r>
              <a:rPr lang="ja-JP" altLang="ja-JP">
                <a:latin typeface="小塚明朝 Pro L"/>
                <a:ea typeface="Meiryo UI" panose="020B0604030504040204" pitchFamily="34" charset="-128"/>
                <a:cs typeface="ＭＳ Ｐゴシック" panose="020B0600070205080204" pitchFamily="34" charset="-128"/>
              </a:rPr>
              <a:t>イスカリオテのユダを任命された。このユダがイエスを裏切ったのである。</a:t>
            </a:r>
          </a:p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340000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704123-7415-9F33-DD50-7C6B95E5C4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1880A210-FE0B-5881-C4EC-9785B3BA952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152400" marR="152400"/>
            <a:r>
              <a:rPr lang="en-US" altLang="ja-JP" dirty="0">
                <a:latin typeface="小塚明朝 Pro L"/>
                <a:ea typeface="Meiryo UI" panose="020B0604030504040204" pitchFamily="34" charset="-128"/>
                <a:cs typeface="ＭＳ Ｐゴシック" panose="020B0600070205080204" pitchFamily="34" charset="-128"/>
              </a:rPr>
              <a:t>Mark 5:1</a:t>
            </a:r>
            <a:r>
              <a:rPr lang="en-US" altLang="ja-JP" dirty="0">
                <a:latin typeface="小塚明朝 Pro L"/>
                <a:ea typeface="Meiryo UI" panose="020B0604030504040204" pitchFamily="34" charset="-128"/>
                <a:cs typeface="ＭＳ Ｐゴシック" panose="020B0600070205080204" pitchFamily="34" charset="-128"/>
              </a:rPr>
              <a:t xml:space="preserve">  </a:t>
            </a:r>
            <a:r>
              <a:rPr lang="ja-JP" altLang="ja-JP">
                <a:latin typeface="小塚明朝 Pro L"/>
                <a:ea typeface="Meiryo UI" panose="020B0604030504040204" pitchFamily="34" charset="-128"/>
                <a:cs typeface="ＭＳ Ｐゴシック" panose="020B0600070205080204" pitchFamily="34" charset="-128"/>
              </a:rPr>
              <a:t>こうして一行は、湖の向こう岸、ゲラサ人の地に着いた。</a:t>
            </a:r>
          </a:p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340000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704123-7415-9F33-DD50-7C6B95E5C4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1880A210-FE0B-5881-C4EC-9785B3BA952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152400" marR="152400"/>
            <a:r>
              <a:rPr lang="en-US" altLang="ja-JP" dirty="0">
                <a:latin typeface="小塚明朝 Pro L"/>
                <a:ea typeface="Meiryo UI" panose="020B0604030504040204" pitchFamily="34" charset="-128"/>
                <a:cs typeface="ＭＳ Ｐゴシック" panose="020B0600070205080204" pitchFamily="34" charset="-128"/>
              </a:rPr>
              <a:t>Mark 7:24</a:t>
            </a:r>
            <a:r>
              <a:rPr lang="en-US" altLang="ja-JP" dirty="0">
                <a:latin typeface="小塚明朝 Pro L"/>
                <a:ea typeface="Meiryo UI" panose="020B0604030504040204" pitchFamily="34" charset="-128"/>
                <a:cs typeface="ＭＳ Ｐゴシック" panose="020B0600070205080204" pitchFamily="34" charset="-128"/>
              </a:rPr>
              <a:t xml:space="preserve">  </a:t>
            </a:r>
            <a:r>
              <a:rPr lang="ja-JP" altLang="ja-JP">
                <a:latin typeface="小塚明朝 Pro L"/>
                <a:ea typeface="Meiryo UI" panose="020B0604030504040204" pitchFamily="34" charset="-128"/>
                <a:cs typeface="ＭＳ Ｐゴシック" panose="020B0600070205080204" pitchFamily="34" charset="-128"/>
              </a:rPr>
              <a:t>イエスは立ち上がり、そこからツロの地方へ行かれた。家に入って、だれにも知られたくないと思っておられたが、隠れていることはできなかった。</a:t>
            </a:r>
          </a:p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340000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704123-7415-9F33-DD50-7C6B95E5C4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1880A210-FE0B-5881-C4EC-9785B3BA952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152400" marR="152400"/>
            <a:r>
              <a:rPr lang="en-US" altLang="ja-JP" dirty="0">
                <a:latin typeface="小塚明朝 Pro L"/>
                <a:ea typeface="Meiryo UI" panose="020B0604030504040204" pitchFamily="34" charset="-128"/>
                <a:cs typeface="ＭＳ Ｐゴシック" panose="020B0600070205080204" pitchFamily="34" charset="-128"/>
              </a:rPr>
              <a:t>Mark 3:9</a:t>
            </a:r>
            <a:r>
              <a:rPr lang="en-US" altLang="ja-JP" dirty="0">
                <a:latin typeface="小塚明朝 Pro L"/>
                <a:ea typeface="Meiryo UI" panose="020B0604030504040204" pitchFamily="34" charset="-128"/>
                <a:cs typeface="ＭＳ Ｐゴシック" panose="020B0600070205080204" pitchFamily="34" charset="-128"/>
              </a:rPr>
              <a:t xml:space="preserve">  </a:t>
            </a:r>
            <a:r>
              <a:rPr lang="ja-JP" altLang="ja-JP">
                <a:latin typeface="小塚明朝 Pro L"/>
                <a:ea typeface="Meiryo UI" panose="020B0604030504040204" pitchFamily="34" charset="-128"/>
                <a:cs typeface="ＭＳ Ｐゴシック" panose="020B0600070205080204" pitchFamily="34" charset="-128"/>
              </a:rPr>
              <a:t>イエスは、群衆が押し寄せて来ないように、ご自分のために小舟を用意しておくよう、弟子たちに言われた。</a:t>
            </a:r>
          </a:p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340000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704123-7415-9F33-DD50-7C6B95E5C4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1880A210-FE0B-5881-C4EC-9785B3BA952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152400" marR="152400"/>
            <a:r>
              <a:rPr lang="en-US" altLang="ja-JP" dirty="0">
                <a:latin typeface="小塚明朝 Pro L"/>
                <a:ea typeface="Meiryo UI" panose="020B0604030504040204" pitchFamily="34" charset="-128"/>
                <a:cs typeface="ＭＳ Ｐゴシック" panose="020B0600070205080204" pitchFamily="34" charset="-128"/>
              </a:rPr>
              <a:t>Mark 4:1</a:t>
            </a:r>
            <a:r>
              <a:rPr lang="en-US" altLang="ja-JP" dirty="0">
                <a:latin typeface="小塚明朝 Pro L"/>
                <a:ea typeface="Meiryo UI" panose="020B0604030504040204" pitchFamily="34" charset="-128"/>
                <a:cs typeface="ＭＳ Ｐゴシック" panose="020B0600070205080204" pitchFamily="34" charset="-128"/>
              </a:rPr>
              <a:t xml:space="preserve">  </a:t>
            </a:r>
            <a:r>
              <a:rPr lang="ja-JP" altLang="ja-JP">
                <a:latin typeface="小塚明朝 Pro L"/>
                <a:ea typeface="Meiryo UI" panose="020B0604030504040204" pitchFamily="34" charset="-128"/>
                <a:cs typeface="ＭＳ Ｐゴシック" panose="020B0600070205080204" pitchFamily="34" charset="-128"/>
              </a:rPr>
              <a:t>イエスは、再び湖のほとりで教え始められた。非常に多くの群衆がみもとに集まったので、イエスは湖で、舟に乗って腰を下ろされた。群衆はみな、湖の近くの陸地にいた。</a:t>
            </a:r>
          </a:p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340000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704123-7415-9F33-DD50-7C6B95E5C4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1880A210-FE0B-5881-C4EC-9785B3BA952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152400" marR="152400"/>
            <a:r>
              <a:rPr lang="en-US" altLang="ja-JP" dirty="0">
                <a:latin typeface="小塚明朝 Pro L"/>
                <a:ea typeface="Meiryo UI" panose="020B0604030504040204" pitchFamily="34" charset="-128"/>
                <a:cs typeface="ＭＳ Ｐゴシック" panose="020B0600070205080204" pitchFamily="34" charset="-128"/>
              </a:rPr>
              <a:t>Mark 3:10</a:t>
            </a:r>
            <a:r>
              <a:rPr lang="en-US" altLang="ja-JP" dirty="0">
                <a:latin typeface="小塚明朝 Pro L"/>
                <a:ea typeface="Meiryo UI" panose="020B0604030504040204" pitchFamily="34" charset="-128"/>
                <a:cs typeface="ＭＳ Ｐゴシック" panose="020B0600070205080204" pitchFamily="34" charset="-128"/>
              </a:rPr>
              <a:t xml:space="preserve">  </a:t>
            </a:r>
            <a:r>
              <a:rPr lang="ja-JP" altLang="ja-JP">
                <a:latin typeface="小塚明朝 Pro L"/>
                <a:ea typeface="Meiryo UI" panose="020B0604030504040204" pitchFamily="34" charset="-128"/>
                <a:cs typeface="ＭＳ Ｐゴシック" panose="020B0600070205080204" pitchFamily="34" charset="-128"/>
              </a:rPr>
              <a:t>イエスが多くの人を癒やされたので、病気に悩む人たちがみな、イエスにさわろうとして、みもとに押し寄せて来たのである。</a:t>
            </a:r>
          </a:p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340000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704123-7415-9F33-DD50-7C6B95E5C4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1880A210-FE0B-5881-C4EC-9785B3BA952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152400" marR="152400"/>
            <a:r>
              <a:rPr lang="en-US" altLang="ja-JP" dirty="0">
                <a:latin typeface="小塚明朝 Pro L"/>
                <a:ea typeface="Meiryo UI" panose="020B0604030504040204" pitchFamily="34" charset="-128"/>
                <a:cs typeface="ＭＳ Ｐゴシック" panose="020B0600070205080204" pitchFamily="34" charset="-128"/>
              </a:rPr>
              <a:t>Mark 3:5</a:t>
            </a:r>
            <a:r>
              <a:rPr lang="en-US" altLang="ja-JP" dirty="0">
                <a:latin typeface="小塚明朝 Pro L"/>
                <a:ea typeface="Meiryo UI" panose="020B0604030504040204" pitchFamily="34" charset="-128"/>
                <a:cs typeface="ＭＳ Ｐゴシック" panose="020B0600070205080204" pitchFamily="34" charset="-128"/>
              </a:rPr>
              <a:t xml:space="preserve">  </a:t>
            </a:r>
            <a:r>
              <a:rPr lang="ja-JP" altLang="ja-JP">
                <a:latin typeface="小塚明朝 Pro L"/>
                <a:ea typeface="Meiryo UI" panose="020B0604030504040204" pitchFamily="34" charset="-128"/>
                <a:cs typeface="ＭＳ Ｐゴシック" panose="020B0600070205080204" pitchFamily="34" charset="-128"/>
              </a:rPr>
              <a:t>イエスは怒って彼らを見回し、その心の頑なさを嘆き悲しみながら、その人に「手を伸ばしなさい」と言われた。彼が手を伸ばすと、手は元どおりになった。</a:t>
            </a:r>
          </a:p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3400002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704123-7415-9F33-DD50-7C6B95E5C4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1880A210-FE0B-5881-C4EC-9785B3BA952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152400" marR="152400"/>
            <a:r>
              <a:rPr lang="en-US" altLang="ja-JP" dirty="0">
                <a:latin typeface="小塚明朝 Pro L"/>
                <a:ea typeface="Meiryo UI" panose="020B0604030504040204" pitchFamily="34" charset="-128"/>
                <a:cs typeface="ＭＳ Ｐゴシック" panose="020B0600070205080204" pitchFamily="34" charset="-128"/>
              </a:rPr>
              <a:t>Mark 1:41</a:t>
            </a:r>
            <a:r>
              <a:rPr lang="en-US" altLang="ja-JP" dirty="0">
                <a:latin typeface="小塚明朝 Pro L"/>
                <a:ea typeface="Meiryo UI" panose="020B0604030504040204" pitchFamily="34" charset="-128"/>
                <a:cs typeface="ＭＳ Ｐゴシック" panose="020B0600070205080204" pitchFamily="34" charset="-128"/>
              </a:rPr>
              <a:t xml:space="preserve">  </a:t>
            </a:r>
            <a:r>
              <a:rPr lang="ja-JP" altLang="ja-JP">
                <a:latin typeface="小塚明朝 Pro L"/>
                <a:ea typeface="Meiryo UI" panose="020B0604030504040204" pitchFamily="34" charset="-128"/>
                <a:cs typeface="ＭＳ Ｐゴシック" panose="020B0600070205080204" pitchFamily="34" charset="-128"/>
              </a:rPr>
              <a:t>イエスは深くあわれみ、手を伸ばして彼にさわり、「わたしの心だ。きよくなれ」と言われた。</a:t>
            </a:r>
          </a:p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3400002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704123-7415-9F33-DD50-7C6B95E5C4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1880A210-FE0B-5881-C4EC-9785B3BA952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152400" marR="152400"/>
            <a:r>
              <a:rPr lang="en-US" altLang="ja-JP" dirty="0">
                <a:latin typeface="小塚明朝 Pro L"/>
                <a:ea typeface="Meiryo UI" panose="020B0604030504040204" pitchFamily="34" charset="-128"/>
                <a:cs typeface="ＭＳ Ｐゴシック" panose="020B0600070205080204" pitchFamily="34" charset="-128"/>
              </a:rPr>
              <a:t>Mark 3:11</a:t>
            </a:r>
            <a:r>
              <a:rPr lang="en-US" altLang="ja-JP" dirty="0">
                <a:latin typeface="小塚明朝 Pro L"/>
                <a:ea typeface="Meiryo UI" panose="020B0604030504040204" pitchFamily="34" charset="-128"/>
                <a:cs typeface="ＭＳ Ｐゴシック" panose="020B0600070205080204" pitchFamily="34" charset="-128"/>
              </a:rPr>
              <a:t xml:space="preserve">  </a:t>
            </a:r>
            <a:r>
              <a:rPr lang="ja-JP" altLang="ja-JP">
                <a:latin typeface="小塚明朝 Pro L"/>
                <a:ea typeface="Meiryo UI" panose="020B0604030504040204" pitchFamily="34" charset="-128"/>
                <a:cs typeface="ＭＳ Ｐゴシック" panose="020B0600070205080204" pitchFamily="34" charset="-128"/>
              </a:rPr>
              <a:t>汚れた霊どもは、イエスを見るたびに御前にひれ伏して「あなたは神の子です」と叫んだ。</a:t>
            </a:r>
          </a:p>
          <a:p>
            <a:pPr marL="152400" marR="152400"/>
            <a:r>
              <a:rPr lang="en-US" altLang="ja-JP" dirty="0">
                <a:latin typeface="小塚明朝 Pro L"/>
                <a:ea typeface="Meiryo UI" panose="020B0604030504040204" pitchFamily="34" charset="-128"/>
                <a:cs typeface="ＭＳ Ｐゴシック" panose="020B0600070205080204" pitchFamily="34" charset="-128"/>
              </a:rPr>
              <a:t>Mark 3:12</a:t>
            </a:r>
            <a:r>
              <a:rPr lang="en-US" altLang="ja-JP" dirty="0">
                <a:latin typeface="小塚明朝 Pro L"/>
                <a:ea typeface="Meiryo UI" panose="020B0604030504040204" pitchFamily="34" charset="-128"/>
                <a:cs typeface="ＭＳ Ｐゴシック" panose="020B0600070205080204" pitchFamily="34" charset="-128"/>
              </a:rPr>
              <a:t xml:space="preserve">  </a:t>
            </a:r>
            <a:r>
              <a:rPr lang="ja-JP" altLang="ja-JP">
                <a:latin typeface="小塚明朝 Pro L"/>
                <a:ea typeface="Meiryo UI" panose="020B0604030504040204" pitchFamily="34" charset="-128"/>
                <a:cs typeface="ＭＳ Ｐゴシック" panose="020B0600070205080204" pitchFamily="34" charset="-128"/>
              </a:rPr>
              <a:t>イエスはご自分のことを知らせないよう、彼らを厳しく戒められた。</a:t>
            </a:r>
          </a:p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3400002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704123-7415-9F33-DD50-7C6B95E5C4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1880A210-FE0B-5881-C4EC-9785B3BA952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152400" marR="152400"/>
            <a:r>
              <a:rPr lang="en-US" altLang="ja-JP" dirty="0">
                <a:latin typeface="小塚明朝 Pro L"/>
                <a:ea typeface="Meiryo UI" panose="020B0604030504040204" pitchFamily="34" charset="-128"/>
                <a:cs typeface="ＭＳ Ｐゴシック" panose="020B0600070205080204" pitchFamily="34" charset="-128"/>
              </a:rPr>
              <a:t>Mark 1:1</a:t>
            </a:r>
            <a:r>
              <a:rPr lang="en-US" altLang="ja-JP" dirty="0">
                <a:latin typeface="小塚明朝 Pro L"/>
                <a:ea typeface="Meiryo UI" panose="020B0604030504040204" pitchFamily="34" charset="-128"/>
                <a:cs typeface="ＭＳ Ｐゴシック" panose="020B0600070205080204" pitchFamily="34" charset="-128"/>
              </a:rPr>
              <a:t xml:space="preserve">  </a:t>
            </a:r>
            <a:r>
              <a:rPr lang="ja-JP" altLang="ja-JP">
                <a:latin typeface="小塚明朝 Pro L"/>
                <a:ea typeface="Meiryo UI" panose="020B0604030504040204" pitchFamily="34" charset="-128"/>
                <a:cs typeface="ＭＳ Ｐゴシック" panose="020B0600070205080204" pitchFamily="34" charset="-128"/>
              </a:rPr>
              <a:t>神の子、イエス・キリストの福音のはじめ。</a:t>
            </a:r>
          </a:p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3400002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704123-7415-9F33-DD50-7C6B95E5C4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1880A210-FE0B-5881-C4EC-9785B3BA952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152400" marR="152400"/>
            <a:r>
              <a:rPr lang="en-US" altLang="ja-JP" dirty="0">
                <a:latin typeface="小塚明朝 Pro L"/>
                <a:ea typeface="Meiryo UI" panose="020B0604030504040204" pitchFamily="34" charset="-128"/>
                <a:cs typeface="ＭＳ Ｐゴシック" panose="020B0600070205080204" pitchFamily="34" charset="-128"/>
              </a:rPr>
              <a:t>Mark 1:34</a:t>
            </a:r>
            <a:r>
              <a:rPr lang="en-US" altLang="ja-JP" dirty="0">
                <a:latin typeface="小塚明朝 Pro L"/>
                <a:ea typeface="Meiryo UI" panose="020B0604030504040204" pitchFamily="34" charset="-128"/>
                <a:cs typeface="ＭＳ Ｐゴシック" panose="020B0600070205080204" pitchFamily="34" charset="-128"/>
              </a:rPr>
              <a:t xml:space="preserve">  </a:t>
            </a:r>
            <a:r>
              <a:rPr lang="ja-JP" altLang="ja-JP">
                <a:latin typeface="小塚明朝 Pro L"/>
                <a:ea typeface="Meiryo UI" panose="020B0604030504040204" pitchFamily="34" charset="-128"/>
                <a:cs typeface="ＭＳ Ｐゴシック" panose="020B0600070205080204" pitchFamily="34" charset="-128"/>
              </a:rPr>
              <a:t>イエスは、様々な病気にかかっている多くの人を癒やされた。また、多くの悪霊を追い出し、悪霊どもがものを言うのをお許しにならなかった。彼らがイエスのことを知っていたからである。</a:t>
            </a:r>
          </a:p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3400002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704123-7415-9F33-DD50-7C6B95E5C4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1880A210-FE0B-5881-C4EC-9785B3BA952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152400" marR="152400"/>
            <a:r>
              <a:rPr lang="en-US" altLang="ja-JP" dirty="0">
                <a:latin typeface="小塚明朝 Pro L"/>
                <a:ea typeface="Meiryo UI" panose="020B0604030504040204" pitchFamily="34" charset="-128"/>
                <a:cs typeface="ＭＳ Ｐゴシック" panose="020B0600070205080204" pitchFamily="34" charset="-128"/>
              </a:rPr>
              <a:t>Mark 14:61</a:t>
            </a:r>
            <a:r>
              <a:rPr lang="en-US" altLang="ja-JP" dirty="0">
                <a:latin typeface="小塚明朝 Pro L"/>
                <a:ea typeface="Meiryo UI" panose="020B0604030504040204" pitchFamily="34" charset="-128"/>
                <a:cs typeface="ＭＳ Ｐゴシック" panose="020B0600070205080204" pitchFamily="34" charset="-128"/>
              </a:rPr>
              <a:t xml:space="preserve">  </a:t>
            </a:r>
            <a:r>
              <a:rPr lang="ja-JP" altLang="ja-JP">
                <a:latin typeface="小塚明朝 Pro L"/>
                <a:ea typeface="Meiryo UI" panose="020B0604030504040204" pitchFamily="34" charset="-128"/>
                <a:cs typeface="ＭＳ Ｐゴシック" panose="020B0600070205080204" pitchFamily="34" charset="-128"/>
              </a:rPr>
              <a:t>しかし、イエスは黙ったまま、何もお答えにならなかった。大祭司は再びイエスに尋ねた。「おまえは、ほむべき方の子キリストなのか。」</a:t>
            </a:r>
          </a:p>
          <a:p>
            <a:pPr marL="152400" marR="152400"/>
            <a:r>
              <a:rPr lang="en-US" altLang="ja-JP" dirty="0">
                <a:latin typeface="小塚明朝 Pro L"/>
                <a:ea typeface="Meiryo UI" panose="020B0604030504040204" pitchFamily="34" charset="-128"/>
                <a:cs typeface="ＭＳ Ｐゴシック" panose="020B0600070205080204" pitchFamily="34" charset="-128"/>
              </a:rPr>
              <a:t>Mark 14:62</a:t>
            </a:r>
            <a:r>
              <a:rPr lang="en-US" altLang="ja-JP" dirty="0">
                <a:latin typeface="小塚明朝 Pro L"/>
                <a:ea typeface="Meiryo UI" panose="020B0604030504040204" pitchFamily="34" charset="-128"/>
                <a:cs typeface="ＭＳ Ｐゴシック" panose="020B0600070205080204" pitchFamily="34" charset="-128"/>
              </a:rPr>
              <a:t xml:space="preserve">  </a:t>
            </a:r>
            <a:r>
              <a:rPr lang="ja-JP" altLang="ja-JP">
                <a:latin typeface="小塚明朝 Pro L"/>
                <a:ea typeface="Meiryo UI" panose="020B0604030504040204" pitchFamily="34" charset="-128"/>
                <a:cs typeface="ＭＳ Ｐゴシック" panose="020B0600070205080204" pitchFamily="34" charset="-128"/>
              </a:rPr>
              <a:t>そこでイエスは言われた。「わたしが、それです。あなたがたは、人の子が力ある方の右の座に着き、そして天の雲とともに来るのを見ることになります。」</a:t>
            </a:r>
          </a:p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3400002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704123-7415-9F33-DD50-7C6B95E5C4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1880A210-FE0B-5881-C4EC-9785B3BA952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152400" marR="152400"/>
            <a:r>
              <a:rPr lang="en-US" altLang="ja-JP" dirty="0">
                <a:latin typeface="小塚明朝 Pro L"/>
                <a:ea typeface="Meiryo UI" panose="020B0604030504040204" pitchFamily="34" charset="-128"/>
                <a:cs typeface="ＭＳ Ｐゴシック" panose="020B0600070205080204" pitchFamily="34" charset="-128"/>
              </a:rPr>
              <a:t>Mark 15:39</a:t>
            </a:r>
            <a:r>
              <a:rPr lang="en-US" altLang="ja-JP" dirty="0">
                <a:latin typeface="小塚明朝 Pro L"/>
                <a:ea typeface="Meiryo UI" panose="020B0604030504040204" pitchFamily="34" charset="-128"/>
                <a:cs typeface="ＭＳ Ｐゴシック" panose="020B0600070205080204" pitchFamily="34" charset="-128"/>
              </a:rPr>
              <a:t xml:space="preserve">  </a:t>
            </a:r>
            <a:r>
              <a:rPr lang="ja-JP" altLang="ja-JP">
                <a:latin typeface="小塚明朝 Pro L"/>
                <a:ea typeface="Meiryo UI" panose="020B0604030504040204" pitchFamily="34" charset="-128"/>
                <a:cs typeface="ＭＳ Ｐゴシック" panose="020B0600070205080204" pitchFamily="34" charset="-128"/>
              </a:rPr>
              <a:t>イエスの正面に立っていた百人隊長は、イエスがこのように息を引き取られたのを見て言った。「この方は本当に神の子であった。」</a:t>
            </a:r>
          </a:p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3400002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704123-7415-9F33-DD50-7C6B95E5C4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1880A210-FE0B-5881-C4EC-9785B3BA952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152400" marR="152400"/>
            <a:r>
              <a:rPr lang="en-US" altLang="ja-JP" dirty="0">
                <a:latin typeface="小塚明朝 Pro L"/>
                <a:ea typeface="Meiryo UI" panose="020B0604030504040204" pitchFamily="34" charset="-128"/>
                <a:cs typeface="ＭＳ Ｐゴシック" panose="020B0600070205080204" pitchFamily="34" charset="-128"/>
              </a:rPr>
              <a:t>Mark 3:13</a:t>
            </a:r>
            <a:r>
              <a:rPr lang="en-US" altLang="ja-JP" dirty="0">
                <a:latin typeface="小塚明朝 Pro L"/>
                <a:ea typeface="Meiryo UI" panose="020B0604030504040204" pitchFamily="34" charset="-128"/>
                <a:cs typeface="ＭＳ Ｐゴシック" panose="020B0600070205080204" pitchFamily="34" charset="-128"/>
              </a:rPr>
              <a:t xml:space="preserve">  </a:t>
            </a:r>
            <a:r>
              <a:rPr lang="ja-JP" altLang="ja-JP">
                <a:latin typeface="小塚明朝 Pro L"/>
                <a:ea typeface="Meiryo UI" panose="020B0604030504040204" pitchFamily="34" charset="-128"/>
                <a:cs typeface="ＭＳ Ｐゴシック" panose="020B0600070205080204" pitchFamily="34" charset="-128"/>
              </a:rPr>
              <a:t>さて、イエスが山に登り、ご自分が望む者たちを呼び寄せられると、彼らはみもとに来た。</a:t>
            </a:r>
          </a:p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3400002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704123-7415-9F33-DD50-7C6B95E5C4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1880A210-FE0B-5881-C4EC-9785B3BA952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152400" marR="152400"/>
            <a:r>
              <a:rPr lang="en-US" altLang="ja-JP" dirty="0">
                <a:latin typeface="小塚明朝 Pro L"/>
                <a:ea typeface="Meiryo UI" panose="020B0604030504040204" pitchFamily="34" charset="-128"/>
                <a:cs typeface="ＭＳ Ｐゴシック" panose="020B0600070205080204" pitchFamily="34" charset="-128"/>
              </a:rPr>
              <a:t>Mark 3:14</a:t>
            </a:r>
            <a:r>
              <a:rPr lang="en-US" altLang="ja-JP" dirty="0">
                <a:latin typeface="小塚明朝 Pro L"/>
                <a:ea typeface="Meiryo UI" panose="020B0604030504040204" pitchFamily="34" charset="-128"/>
                <a:cs typeface="ＭＳ Ｐゴシック" panose="020B0600070205080204" pitchFamily="34" charset="-128"/>
              </a:rPr>
              <a:t xml:space="preserve">  </a:t>
            </a:r>
            <a:r>
              <a:rPr lang="ja-JP" altLang="ja-JP">
                <a:latin typeface="小塚明朝 Pro L"/>
                <a:ea typeface="Meiryo UI" panose="020B0604030504040204" pitchFamily="34" charset="-128"/>
                <a:cs typeface="ＭＳ Ｐゴシック" panose="020B0600070205080204" pitchFamily="34" charset="-128"/>
              </a:rPr>
              <a:t>イエスは十二人を任命し、彼らを使徒と呼ばれた。それは、彼らをご自分のそばに置くため、また彼らを遣わして宣教をさせ、</a:t>
            </a:r>
          </a:p>
          <a:p>
            <a:pPr marL="152400" marR="152400"/>
            <a:r>
              <a:rPr lang="en-US" altLang="ja-JP" dirty="0">
                <a:latin typeface="小塚明朝 Pro L"/>
                <a:ea typeface="Meiryo UI" panose="020B0604030504040204" pitchFamily="34" charset="-128"/>
                <a:cs typeface="ＭＳ Ｐゴシック" panose="020B0600070205080204" pitchFamily="34" charset="-128"/>
              </a:rPr>
              <a:t>Mark 3:15</a:t>
            </a:r>
            <a:r>
              <a:rPr lang="en-US" altLang="ja-JP" dirty="0">
                <a:latin typeface="小塚明朝 Pro L"/>
                <a:ea typeface="Meiryo UI" panose="020B0604030504040204" pitchFamily="34" charset="-128"/>
                <a:cs typeface="ＭＳ Ｐゴシック" panose="020B0600070205080204" pitchFamily="34" charset="-128"/>
              </a:rPr>
              <a:t xml:space="preserve">  </a:t>
            </a:r>
            <a:r>
              <a:rPr lang="ja-JP" altLang="ja-JP">
                <a:latin typeface="小塚明朝 Pro L"/>
                <a:ea typeface="Meiryo UI" panose="020B0604030504040204" pitchFamily="34" charset="-128"/>
                <a:cs typeface="ＭＳ Ｐゴシック" panose="020B0600070205080204" pitchFamily="34" charset="-128"/>
              </a:rPr>
              <a:t>彼らに悪霊を追い出す権威を持たせるためであった。</a:t>
            </a:r>
          </a:p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3400002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704123-7415-9F33-DD50-7C6B95E5C4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1880A210-FE0B-5881-C4EC-9785B3BA952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152400" marR="152400"/>
            <a:r>
              <a:rPr lang="en-US" altLang="ja-JP" dirty="0">
                <a:latin typeface="小塚明朝 Pro L"/>
                <a:ea typeface="Meiryo UI" panose="020B0604030504040204" pitchFamily="34" charset="-128"/>
                <a:cs typeface="ＭＳ Ｐゴシック" panose="020B0600070205080204" pitchFamily="34" charset="-128"/>
              </a:rPr>
              <a:t>Matt. 10:1</a:t>
            </a:r>
            <a:r>
              <a:rPr lang="en-US" altLang="ja-JP" dirty="0">
                <a:latin typeface="小塚明朝 Pro L"/>
                <a:ea typeface="Meiryo UI" panose="020B0604030504040204" pitchFamily="34" charset="-128"/>
                <a:cs typeface="ＭＳ Ｐゴシック" panose="020B0600070205080204" pitchFamily="34" charset="-128"/>
              </a:rPr>
              <a:t xml:space="preserve">  </a:t>
            </a:r>
            <a:r>
              <a:rPr lang="ja-JP" altLang="ja-JP">
                <a:latin typeface="小塚明朝 Pro L"/>
                <a:ea typeface="Meiryo UI" panose="020B0604030504040204" pitchFamily="34" charset="-128"/>
                <a:cs typeface="ＭＳ Ｐゴシック" panose="020B0600070205080204" pitchFamily="34" charset="-128"/>
              </a:rPr>
              <a:t>イエスは十二弟子を呼んで、汚れた霊どもを制する権威をお授けになった。霊どもを追い出し、あらゆる病気、あらゆるわずらいを癒やすためであった。</a:t>
            </a:r>
          </a:p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3400002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704123-7415-9F33-DD50-7C6B95E5C4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1880A210-FE0B-5881-C4EC-9785B3BA952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152400" marR="152400"/>
            <a:r>
              <a:rPr lang="en-US" altLang="ja-JP" dirty="0">
                <a:latin typeface="小塚明朝 Pro L"/>
                <a:ea typeface="Meiryo UI" panose="020B0604030504040204" pitchFamily="34" charset="-128"/>
                <a:cs typeface="ＭＳ Ｐゴシック" panose="020B0600070205080204" pitchFamily="34" charset="-128"/>
              </a:rPr>
              <a:t>Luke 6:13</a:t>
            </a:r>
            <a:r>
              <a:rPr lang="en-US" altLang="ja-JP" dirty="0">
                <a:latin typeface="小塚明朝 Pro L"/>
                <a:ea typeface="Meiryo UI" panose="020B0604030504040204" pitchFamily="34" charset="-128"/>
                <a:cs typeface="ＭＳ Ｐゴシック" panose="020B0600070205080204" pitchFamily="34" charset="-128"/>
              </a:rPr>
              <a:t xml:space="preserve">  </a:t>
            </a:r>
            <a:r>
              <a:rPr lang="ja-JP" altLang="ja-JP">
                <a:latin typeface="小塚明朝 Pro L"/>
                <a:ea typeface="Meiryo UI" panose="020B0604030504040204" pitchFamily="34" charset="-128"/>
                <a:cs typeface="ＭＳ Ｐゴシック" panose="020B0600070205080204" pitchFamily="34" charset="-128"/>
              </a:rPr>
              <a:t>そして、夜が明けると弟子たちを呼び寄せ、その中から十二人を選び、彼らに使徒という名をお与えになった。</a:t>
            </a:r>
          </a:p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3400002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704123-7415-9F33-DD50-7C6B95E5C4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1880A210-FE0B-5881-C4EC-9785B3BA952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152400" marR="152400"/>
            <a:r>
              <a:rPr lang="en-US" altLang="ja-JP" dirty="0">
                <a:latin typeface="小塚明朝 Pro L"/>
                <a:ea typeface="Meiryo UI" panose="020B0604030504040204" pitchFamily="34" charset="-128"/>
                <a:cs typeface="ＭＳ Ｐゴシック" panose="020B0600070205080204" pitchFamily="34" charset="-128"/>
              </a:rPr>
              <a:t>Mark 6:7</a:t>
            </a:r>
            <a:r>
              <a:rPr lang="en-US" altLang="ja-JP" dirty="0">
                <a:latin typeface="小塚明朝 Pro L"/>
                <a:ea typeface="Meiryo UI" panose="020B0604030504040204" pitchFamily="34" charset="-128"/>
                <a:cs typeface="ＭＳ Ｐゴシック" panose="020B0600070205080204" pitchFamily="34" charset="-128"/>
              </a:rPr>
              <a:t xml:space="preserve">  </a:t>
            </a:r>
            <a:r>
              <a:rPr lang="ja-JP" altLang="ja-JP">
                <a:latin typeface="小塚明朝 Pro L"/>
                <a:ea typeface="Meiryo UI" panose="020B0604030504040204" pitchFamily="34" charset="-128"/>
                <a:cs typeface="ＭＳ Ｐゴシック" panose="020B0600070205080204" pitchFamily="34" charset="-128"/>
              </a:rPr>
              <a:t>また、十二人を呼び、二人ずつ遣わし始めて、彼らに汚れた霊を制する権威をお授けになった。</a:t>
            </a:r>
          </a:p>
          <a:p>
            <a:pPr marL="152400" marR="152400"/>
            <a:r>
              <a:rPr lang="en-US" altLang="ja-JP" dirty="0">
                <a:latin typeface="小塚明朝 Pro L"/>
                <a:ea typeface="Meiryo UI" panose="020B0604030504040204" pitchFamily="34" charset="-128"/>
                <a:cs typeface="ＭＳ Ｐゴシック" panose="020B0600070205080204" pitchFamily="34" charset="-128"/>
              </a:rPr>
              <a:t>Mark 6:12</a:t>
            </a:r>
            <a:r>
              <a:rPr lang="en-US" altLang="ja-JP" dirty="0">
                <a:latin typeface="小塚明朝 Pro L"/>
                <a:ea typeface="Meiryo UI" panose="020B0604030504040204" pitchFamily="34" charset="-128"/>
                <a:cs typeface="ＭＳ Ｐゴシック" panose="020B0600070205080204" pitchFamily="34" charset="-128"/>
              </a:rPr>
              <a:t xml:space="preserve">  </a:t>
            </a:r>
            <a:r>
              <a:rPr lang="ja-JP" altLang="ja-JP">
                <a:latin typeface="小塚明朝 Pro L"/>
                <a:ea typeface="Meiryo UI" panose="020B0604030504040204" pitchFamily="34" charset="-128"/>
                <a:cs typeface="ＭＳ Ｐゴシック" panose="020B0600070205080204" pitchFamily="34" charset="-128"/>
              </a:rPr>
              <a:t>こうして十二人は出て行って、人々が悔い改めるように宣べ伝え、</a:t>
            </a:r>
          </a:p>
          <a:p>
            <a:pPr marL="152400" marR="152400"/>
            <a:r>
              <a:rPr lang="en-US" altLang="ja-JP" dirty="0">
                <a:latin typeface="小塚明朝 Pro L"/>
                <a:ea typeface="Meiryo UI" panose="020B0604030504040204" pitchFamily="34" charset="-128"/>
                <a:cs typeface="ＭＳ Ｐゴシック" panose="020B0600070205080204" pitchFamily="34" charset="-128"/>
              </a:rPr>
              <a:t>Mark 6:13</a:t>
            </a:r>
            <a:r>
              <a:rPr lang="en-US" altLang="ja-JP" dirty="0">
                <a:latin typeface="小塚明朝 Pro L"/>
                <a:ea typeface="Meiryo UI" panose="020B0604030504040204" pitchFamily="34" charset="-128"/>
                <a:cs typeface="ＭＳ Ｐゴシック" panose="020B0600070205080204" pitchFamily="34" charset="-128"/>
              </a:rPr>
              <a:t xml:space="preserve">  </a:t>
            </a:r>
            <a:r>
              <a:rPr lang="ja-JP" altLang="ja-JP">
                <a:latin typeface="小塚明朝 Pro L"/>
                <a:ea typeface="Meiryo UI" panose="020B0604030504040204" pitchFamily="34" charset="-128"/>
                <a:cs typeface="ＭＳ Ｐゴシック" panose="020B0600070205080204" pitchFamily="34" charset="-128"/>
              </a:rPr>
              <a:t>多くの悪霊を追い出し、油を塗って多くの病人を癒やした。</a:t>
            </a:r>
          </a:p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3400002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704123-7415-9F33-DD50-7C6B95E5C4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1880A210-FE0B-5881-C4EC-9785B3BA952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152400" marR="152400"/>
            <a:r>
              <a:rPr lang="en-US" altLang="ja-JP" dirty="0">
                <a:latin typeface="小塚明朝 Pro L"/>
                <a:ea typeface="Meiryo UI" panose="020B0604030504040204" pitchFamily="34" charset="-128"/>
                <a:cs typeface="ＭＳ Ｐゴシック" panose="020B0600070205080204" pitchFamily="34" charset="-128"/>
              </a:rPr>
              <a:t>Mark 6:30</a:t>
            </a:r>
            <a:r>
              <a:rPr lang="en-US" altLang="ja-JP" dirty="0">
                <a:latin typeface="小塚明朝 Pro L"/>
                <a:ea typeface="Meiryo UI" panose="020B0604030504040204" pitchFamily="34" charset="-128"/>
                <a:cs typeface="ＭＳ Ｐゴシック" panose="020B0600070205080204" pitchFamily="34" charset="-128"/>
              </a:rPr>
              <a:t xml:space="preserve">  </a:t>
            </a:r>
            <a:r>
              <a:rPr lang="ja-JP" altLang="ja-JP">
                <a:latin typeface="小塚明朝 Pro L"/>
                <a:ea typeface="Meiryo UI" panose="020B0604030504040204" pitchFamily="34" charset="-128"/>
                <a:cs typeface="ＭＳ Ｐゴシック" panose="020B0600070205080204" pitchFamily="34" charset="-128"/>
              </a:rPr>
              <a:t>さて、使徒たちはイエスのもとに集まり、自分たちがしたこと、教えたことを、残らずイエスに報告した。</a:t>
            </a:r>
          </a:p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3400002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704123-7415-9F33-DD50-7C6B95E5C4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1880A210-FE0B-5881-C4EC-9785B3BA952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152400" marR="152400"/>
            <a:r>
              <a:rPr lang="en-US" altLang="ja-JP" dirty="0">
                <a:latin typeface="小塚明朝 Pro L"/>
                <a:ea typeface="Meiryo UI" panose="020B0604030504040204" pitchFamily="34" charset="-128"/>
                <a:cs typeface="ＭＳ Ｐゴシック" panose="020B0600070205080204" pitchFamily="34" charset="-128"/>
              </a:rPr>
              <a:t>Mark 6:31</a:t>
            </a:r>
            <a:r>
              <a:rPr lang="en-US" altLang="ja-JP" dirty="0">
                <a:latin typeface="小塚明朝 Pro L"/>
                <a:ea typeface="Meiryo UI" panose="020B0604030504040204" pitchFamily="34" charset="-128"/>
                <a:cs typeface="ＭＳ Ｐゴシック" panose="020B0600070205080204" pitchFamily="34" charset="-128"/>
              </a:rPr>
              <a:t xml:space="preserve">  </a:t>
            </a:r>
            <a:r>
              <a:rPr lang="ja-JP" altLang="ja-JP">
                <a:latin typeface="小塚明朝 Pro L"/>
                <a:ea typeface="Meiryo UI" panose="020B0604030504040204" pitchFamily="34" charset="-128"/>
                <a:cs typeface="ＭＳ Ｐゴシック" panose="020B0600070205080204" pitchFamily="34" charset="-128"/>
              </a:rPr>
              <a:t>するとイエスは彼らに言われた。「さあ、あなたがただけで、寂しいところへ行って、しばらく休みなさい。」出入りする人が多くて、食事をとる時間さえなかったからである。</a:t>
            </a:r>
          </a:p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3400002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704123-7415-9F33-DD50-7C6B95E5C4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1880A210-FE0B-5881-C4EC-9785B3BA952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152400" marR="152400"/>
            <a:r>
              <a:rPr lang="en-US" altLang="ja-JP" dirty="0">
                <a:latin typeface="小塚明朝 Pro L"/>
                <a:ea typeface="Meiryo UI" panose="020B0604030504040204" pitchFamily="34" charset="-128"/>
                <a:cs typeface="ＭＳ Ｐゴシック" panose="020B0600070205080204" pitchFamily="34" charset="-128"/>
              </a:rPr>
              <a:t>Mark 3:16</a:t>
            </a:r>
            <a:r>
              <a:rPr lang="en-US" altLang="ja-JP" dirty="0">
                <a:latin typeface="小塚明朝 Pro L"/>
                <a:ea typeface="Meiryo UI" panose="020B0604030504040204" pitchFamily="34" charset="-128"/>
                <a:cs typeface="ＭＳ Ｐゴシック" panose="020B0600070205080204" pitchFamily="34" charset="-128"/>
              </a:rPr>
              <a:t xml:space="preserve">  </a:t>
            </a:r>
            <a:r>
              <a:rPr lang="ja-JP" altLang="ja-JP">
                <a:latin typeface="小塚明朝 Pro L"/>
                <a:ea typeface="Meiryo UI" panose="020B0604030504040204" pitchFamily="34" charset="-128"/>
                <a:cs typeface="ＭＳ Ｐゴシック" panose="020B0600070205080204" pitchFamily="34" charset="-128"/>
              </a:rPr>
              <a:t>こうしてイエスは十二人を任命された。シモンにはペテロという名をつけ、</a:t>
            </a:r>
          </a:p>
          <a:p>
            <a:pPr marL="152400" marR="152400"/>
            <a:r>
              <a:rPr lang="en-US" altLang="ja-JP" dirty="0">
                <a:latin typeface="小塚明朝 Pro L"/>
                <a:ea typeface="Meiryo UI" panose="020B0604030504040204" pitchFamily="34" charset="-128"/>
                <a:cs typeface="ＭＳ Ｐゴシック" panose="020B0600070205080204" pitchFamily="34" charset="-128"/>
              </a:rPr>
              <a:t>Mark 3:17</a:t>
            </a:r>
            <a:r>
              <a:rPr lang="en-US" altLang="ja-JP" dirty="0">
                <a:latin typeface="小塚明朝 Pro L"/>
                <a:ea typeface="Meiryo UI" panose="020B0604030504040204" pitchFamily="34" charset="-128"/>
                <a:cs typeface="ＭＳ Ｐゴシック" panose="020B0600070205080204" pitchFamily="34" charset="-128"/>
              </a:rPr>
              <a:t xml:space="preserve">  </a:t>
            </a:r>
            <a:r>
              <a:rPr lang="ja-JP" altLang="ja-JP">
                <a:latin typeface="小塚明朝 Pro L"/>
                <a:ea typeface="Meiryo UI" panose="020B0604030504040204" pitchFamily="34" charset="-128"/>
                <a:cs typeface="ＭＳ Ｐゴシック" panose="020B0600070205080204" pitchFamily="34" charset="-128"/>
              </a:rPr>
              <a:t>ゼベダイの子ヤコブと、ヤコブの兄弟ヨハネ、この二人にはボアネルゲ、すなわち、雷の子という名をつけられた。</a:t>
            </a:r>
          </a:p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3400002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704123-7415-9F33-DD50-7C6B95E5C4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1880A210-FE0B-5881-C4EC-9785B3BA952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152400" marR="152400"/>
            <a:r>
              <a:rPr lang="en-US" altLang="ja-JP" dirty="0">
                <a:latin typeface="小塚明朝 Pro L"/>
                <a:ea typeface="Meiryo UI" panose="020B0604030504040204" pitchFamily="34" charset="-128"/>
                <a:cs typeface="ＭＳ Ｐゴシック" panose="020B0600070205080204" pitchFamily="34" charset="-128"/>
              </a:rPr>
              <a:t>Mark 10:37</a:t>
            </a:r>
            <a:r>
              <a:rPr lang="en-US" altLang="ja-JP" dirty="0">
                <a:latin typeface="小塚明朝 Pro L"/>
                <a:ea typeface="Meiryo UI" panose="020B0604030504040204" pitchFamily="34" charset="-128"/>
                <a:cs typeface="ＭＳ Ｐゴシック" panose="020B0600070205080204" pitchFamily="34" charset="-128"/>
              </a:rPr>
              <a:t xml:space="preserve">  </a:t>
            </a:r>
            <a:r>
              <a:rPr lang="ja-JP" altLang="ja-JP">
                <a:latin typeface="小塚明朝 Pro L"/>
                <a:ea typeface="Meiryo UI" panose="020B0604030504040204" pitchFamily="34" charset="-128"/>
                <a:cs typeface="ＭＳ Ｐゴシック" panose="020B0600070205080204" pitchFamily="34" charset="-128"/>
              </a:rPr>
              <a:t>彼らは言った。「あなたが栄光をお受けになるとき、一人があなたの右に、もう一人が左に座るようにしてください。」</a:t>
            </a:r>
          </a:p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3400002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704123-7415-9F33-DD50-7C6B95E5C4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1880A210-FE0B-5881-C4EC-9785B3BA952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152400" marR="152400"/>
            <a:r>
              <a:rPr lang="en-US" altLang="ja-JP" dirty="0">
                <a:latin typeface="小塚明朝 Pro L"/>
                <a:ea typeface="Meiryo UI" panose="020B0604030504040204" pitchFamily="34" charset="-128"/>
                <a:cs typeface="ＭＳ Ｐゴシック" panose="020B0600070205080204" pitchFamily="34" charset="-128"/>
              </a:rPr>
              <a:t>Mark 3:18</a:t>
            </a:r>
            <a:r>
              <a:rPr lang="en-US" altLang="ja-JP" dirty="0">
                <a:latin typeface="小塚明朝 Pro L"/>
                <a:ea typeface="Meiryo UI" panose="020B0604030504040204" pitchFamily="34" charset="-128"/>
                <a:cs typeface="ＭＳ Ｐゴシック" panose="020B0600070205080204" pitchFamily="34" charset="-128"/>
              </a:rPr>
              <a:t xml:space="preserve">  </a:t>
            </a:r>
            <a:r>
              <a:rPr lang="ja-JP" altLang="ja-JP">
                <a:latin typeface="小塚明朝 Pro L"/>
                <a:ea typeface="Meiryo UI" panose="020B0604030504040204" pitchFamily="34" charset="-128"/>
                <a:cs typeface="ＭＳ Ｐゴシック" panose="020B0600070205080204" pitchFamily="34" charset="-128"/>
              </a:rPr>
              <a:t>さらに、アンデレ、ピリポ、バルトロマイ、マタイ、トマス、アルパヨの子ヤコブ、タダイ、熱心党のシモン、</a:t>
            </a:r>
          </a:p>
          <a:p>
            <a:pPr marL="152400" marR="152400"/>
            <a:r>
              <a:rPr lang="en-US" altLang="ja-JP" dirty="0">
                <a:latin typeface="小塚明朝 Pro L"/>
                <a:ea typeface="Meiryo UI" panose="020B0604030504040204" pitchFamily="34" charset="-128"/>
                <a:cs typeface="ＭＳ Ｐゴシック" panose="020B0600070205080204" pitchFamily="34" charset="-128"/>
              </a:rPr>
              <a:t>Mark 3:19</a:t>
            </a:r>
            <a:r>
              <a:rPr lang="en-US" altLang="ja-JP" dirty="0">
                <a:latin typeface="小塚明朝 Pro L"/>
                <a:ea typeface="Meiryo UI" panose="020B0604030504040204" pitchFamily="34" charset="-128"/>
                <a:cs typeface="ＭＳ Ｐゴシック" panose="020B0600070205080204" pitchFamily="34" charset="-128"/>
              </a:rPr>
              <a:t xml:space="preserve">  </a:t>
            </a:r>
            <a:r>
              <a:rPr lang="ja-JP" altLang="ja-JP">
                <a:latin typeface="小塚明朝 Pro L"/>
                <a:ea typeface="Meiryo UI" panose="020B0604030504040204" pitchFamily="34" charset="-128"/>
                <a:cs typeface="ＭＳ Ｐゴシック" panose="020B0600070205080204" pitchFamily="34" charset="-128"/>
              </a:rPr>
              <a:t>イスカリオテのユダを任命された。このユダがイエスを裏切ったのである。</a:t>
            </a:r>
          </a:p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3400002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704123-7415-9F33-DD50-7C6B95E5C4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1880A210-FE0B-5881-C4EC-9785B3BA952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152400" marR="152400"/>
            <a:r>
              <a:rPr lang="en-US" altLang="ja-JP" dirty="0">
                <a:latin typeface="小塚明朝 Pro L"/>
                <a:ea typeface="Meiryo UI" panose="020B0604030504040204" pitchFamily="34" charset="-128"/>
                <a:cs typeface="ＭＳ Ｐゴシック" panose="020B0600070205080204" pitchFamily="34" charset="-128"/>
              </a:rPr>
              <a:t>Mark 14:27</a:t>
            </a:r>
            <a:r>
              <a:rPr lang="en-US" altLang="ja-JP" dirty="0">
                <a:latin typeface="小塚明朝 Pro L"/>
                <a:ea typeface="Meiryo UI" panose="020B0604030504040204" pitchFamily="34" charset="-128"/>
                <a:cs typeface="ＭＳ Ｐゴシック" panose="020B0600070205080204" pitchFamily="34" charset="-128"/>
              </a:rPr>
              <a:t xml:space="preserve">  </a:t>
            </a:r>
            <a:r>
              <a:rPr lang="ja-JP" altLang="ja-JP">
                <a:latin typeface="小塚明朝 Pro L"/>
                <a:ea typeface="Meiryo UI" panose="020B0604030504040204" pitchFamily="34" charset="-128"/>
                <a:cs typeface="ＭＳ Ｐゴシック" panose="020B0600070205080204" pitchFamily="34" charset="-128"/>
              </a:rPr>
              <a:t>イエスは弟子たちに言われた。「あなたがたはみな、つまずきます。 『わたしは羊飼いを打つ。 すると、羊は散らされる』 と書いてあるからです。</a:t>
            </a:r>
          </a:p>
          <a:p>
            <a:pPr marL="152400" marR="152400"/>
            <a:r>
              <a:rPr lang="en-US" altLang="ja-JP" dirty="0">
                <a:latin typeface="小塚明朝 Pro L"/>
                <a:ea typeface="Meiryo UI" panose="020B0604030504040204" pitchFamily="34" charset="-128"/>
                <a:cs typeface="ＭＳ Ｐゴシック" panose="020B0600070205080204" pitchFamily="34" charset="-128"/>
              </a:rPr>
              <a:t>Mark 14:28</a:t>
            </a:r>
            <a:r>
              <a:rPr lang="en-US" altLang="ja-JP" dirty="0">
                <a:latin typeface="小塚明朝 Pro L"/>
                <a:ea typeface="Meiryo UI" panose="020B0604030504040204" pitchFamily="34" charset="-128"/>
                <a:cs typeface="ＭＳ Ｐゴシック" panose="020B0600070205080204" pitchFamily="34" charset="-128"/>
              </a:rPr>
              <a:t xml:space="preserve">  </a:t>
            </a:r>
            <a:r>
              <a:rPr lang="ja-JP" altLang="ja-JP">
                <a:latin typeface="小塚明朝 Pro L"/>
                <a:ea typeface="Meiryo UI" panose="020B0604030504040204" pitchFamily="34" charset="-128"/>
                <a:cs typeface="ＭＳ Ｐゴシック" panose="020B0600070205080204" pitchFamily="34" charset="-128"/>
              </a:rPr>
              <a:t>しかしわたしは、よみがえった後、あなたがたより先にガリラヤへ行きます。」</a:t>
            </a:r>
          </a:p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3400002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704123-7415-9F33-DD50-7C6B95E5C4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1880A210-FE0B-5881-C4EC-9785B3BA952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152400" marR="152400"/>
            <a:r>
              <a:rPr lang="en-US" altLang="ja-JP" dirty="0">
                <a:latin typeface="小塚明朝 Pro L"/>
                <a:ea typeface="Meiryo UI" panose="020B0604030504040204" pitchFamily="34" charset="-128"/>
                <a:cs typeface="ＭＳ Ｐゴシック" panose="020B0600070205080204" pitchFamily="34" charset="-128"/>
              </a:rPr>
              <a:t>Mark 14:50</a:t>
            </a:r>
            <a:r>
              <a:rPr lang="en-US" altLang="ja-JP" dirty="0">
                <a:latin typeface="小塚明朝 Pro L"/>
                <a:ea typeface="Meiryo UI" panose="020B0604030504040204" pitchFamily="34" charset="-128"/>
                <a:cs typeface="ＭＳ Ｐゴシック" panose="020B0600070205080204" pitchFamily="34" charset="-128"/>
              </a:rPr>
              <a:t xml:space="preserve">  </a:t>
            </a:r>
            <a:r>
              <a:rPr lang="ja-JP" altLang="ja-JP">
                <a:latin typeface="小塚明朝 Pro L"/>
                <a:ea typeface="Meiryo UI" panose="020B0604030504040204" pitchFamily="34" charset="-128"/>
                <a:cs typeface="ＭＳ Ｐゴシック" panose="020B0600070205080204" pitchFamily="34" charset="-128"/>
              </a:rPr>
              <a:t>皆は、イエスを見捨てて逃げてしまった。</a:t>
            </a:r>
          </a:p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3400002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704123-7415-9F33-DD50-7C6B95E5C4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1880A210-FE0B-5881-C4EC-9785B3BA952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152400" marR="152400"/>
            <a:r>
              <a:rPr lang="en-US" altLang="ja-JP" dirty="0">
                <a:latin typeface="小塚明朝 Pro L"/>
                <a:ea typeface="Meiryo UI" panose="020B0604030504040204" pitchFamily="34" charset="-128"/>
                <a:cs typeface="ＭＳ Ｐゴシック" panose="020B0600070205080204" pitchFamily="34" charset="-128"/>
              </a:rPr>
              <a:t>Mark 16:7</a:t>
            </a:r>
            <a:r>
              <a:rPr lang="en-US" altLang="ja-JP" dirty="0">
                <a:latin typeface="小塚明朝 Pro L"/>
                <a:ea typeface="Meiryo UI" panose="020B0604030504040204" pitchFamily="34" charset="-128"/>
                <a:cs typeface="ＭＳ Ｐゴシック" panose="020B0600070205080204" pitchFamily="34" charset="-128"/>
              </a:rPr>
              <a:t xml:space="preserve">  </a:t>
            </a:r>
            <a:r>
              <a:rPr lang="ja-JP" altLang="ja-JP">
                <a:latin typeface="小塚明朝 Pro L"/>
                <a:ea typeface="Meiryo UI" panose="020B0604030504040204" pitchFamily="34" charset="-128"/>
                <a:cs typeface="ＭＳ Ｐゴシック" panose="020B0600070205080204" pitchFamily="34" charset="-128"/>
              </a:rPr>
              <a:t>さあ行って、弟子たちとペテロに伝えなさい。『イエスは、あなたがたより先にガリラヤへ行かれます。前に言われたとおり、そこでお会いできます』と。」</a:t>
            </a:r>
          </a:p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3400002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704123-7415-9F33-DD50-7C6B95E5C4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1880A210-FE0B-5881-C4EC-9785B3BA952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152400" marR="152400"/>
            <a:r>
              <a:rPr lang="en-US" altLang="ja-JP" dirty="0">
                <a:latin typeface="小塚明朝 Pro L"/>
                <a:ea typeface="Meiryo UI" panose="020B0604030504040204" pitchFamily="34" charset="-128"/>
                <a:cs typeface="ＭＳ Ｐゴシック" panose="020B0600070205080204" pitchFamily="34" charset="-128"/>
              </a:rPr>
              <a:t>Mark 9:18</a:t>
            </a:r>
            <a:r>
              <a:rPr lang="en-US" altLang="ja-JP" dirty="0">
                <a:latin typeface="小塚明朝 Pro L"/>
                <a:ea typeface="Meiryo UI" panose="020B0604030504040204" pitchFamily="34" charset="-128"/>
                <a:cs typeface="ＭＳ Ｐゴシック" panose="020B0600070205080204" pitchFamily="34" charset="-128"/>
              </a:rPr>
              <a:t xml:space="preserve">  </a:t>
            </a:r>
            <a:r>
              <a:rPr lang="ja-JP" altLang="ja-JP">
                <a:latin typeface="小塚明朝 Pro L"/>
                <a:ea typeface="Meiryo UI" panose="020B0604030504040204" pitchFamily="34" charset="-128"/>
                <a:cs typeface="ＭＳ Ｐゴシック" panose="020B0600070205080204" pitchFamily="34" charset="-128"/>
              </a:rPr>
              <a:t>その霊が息子に取りつくと、ところかまわず倒します。息子は泡を吹き、歯ぎしりして、からだをこわばらせます。それであなたのお弟子たちに、霊を追い出してくださいとお願いしたのですが、できませんでした。」</a:t>
            </a:r>
          </a:p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3400002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704123-7415-9F33-DD50-7C6B95E5C4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1880A210-FE0B-5881-C4EC-9785B3BA952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152400" marR="152400"/>
            <a:r>
              <a:rPr lang="en-US" altLang="ja-JP" dirty="0">
                <a:latin typeface="小塚明朝 Pro L"/>
                <a:ea typeface="Meiryo UI" panose="020B0604030504040204" pitchFamily="34" charset="-128"/>
                <a:cs typeface="ＭＳ Ｐゴシック" panose="020B0600070205080204" pitchFamily="34" charset="-128"/>
              </a:rPr>
              <a:t>Mark 9:19</a:t>
            </a:r>
            <a:r>
              <a:rPr lang="en-US" altLang="ja-JP" dirty="0">
                <a:latin typeface="小塚明朝 Pro L"/>
                <a:ea typeface="Meiryo UI" panose="020B0604030504040204" pitchFamily="34" charset="-128"/>
                <a:cs typeface="ＭＳ Ｐゴシック" panose="020B0600070205080204" pitchFamily="34" charset="-128"/>
              </a:rPr>
              <a:t xml:space="preserve">  </a:t>
            </a:r>
            <a:r>
              <a:rPr lang="ja-JP" altLang="ja-JP">
                <a:latin typeface="小塚明朝 Pro L"/>
                <a:ea typeface="Meiryo UI" panose="020B0604030504040204" pitchFamily="34" charset="-128"/>
                <a:cs typeface="ＭＳ Ｐゴシック" panose="020B0600070205080204" pitchFamily="34" charset="-128"/>
              </a:rPr>
              <a:t>イエスは彼らに言われた。「ああ、不信仰な時代だ。いつまで、わたしはあなたがたと一緒にいなければならないのか。いつまで、あなたがたに我慢しなければならないのか。その子をわたしのところに連れて来なさい。」</a:t>
            </a:r>
          </a:p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3400002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704123-7415-9F33-DD50-7C6B95E5C4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1880A210-FE0B-5881-C4EC-9785B3BA952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152400" marR="152400"/>
            <a:r>
              <a:rPr lang="en-US" altLang="ja-JP" dirty="0">
                <a:latin typeface="小塚明朝 Pro L"/>
                <a:ea typeface="Meiryo UI" panose="020B0604030504040204" pitchFamily="34" charset="-128"/>
                <a:cs typeface="ＭＳ Ｐゴシック" panose="020B0600070205080204" pitchFamily="34" charset="-128"/>
              </a:rPr>
              <a:t>Mark 10:26</a:t>
            </a:r>
            <a:r>
              <a:rPr lang="en-US" altLang="ja-JP" dirty="0">
                <a:latin typeface="小塚明朝 Pro L"/>
                <a:ea typeface="Meiryo UI" panose="020B0604030504040204" pitchFamily="34" charset="-128"/>
                <a:cs typeface="ＭＳ Ｐゴシック" panose="020B0600070205080204" pitchFamily="34" charset="-128"/>
              </a:rPr>
              <a:t xml:space="preserve">  </a:t>
            </a:r>
            <a:r>
              <a:rPr lang="ja-JP" altLang="ja-JP">
                <a:latin typeface="小塚明朝 Pro L"/>
                <a:ea typeface="Meiryo UI" panose="020B0604030504040204" pitchFamily="34" charset="-128"/>
                <a:cs typeface="ＭＳ Ｐゴシック" panose="020B0600070205080204" pitchFamily="34" charset="-128"/>
              </a:rPr>
              <a:t>弟子たちは、ますます驚いて互いに言った。「それでは、だれが救われることができるでしょう。」</a:t>
            </a:r>
          </a:p>
          <a:p>
            <a:pPr marL="152400" marR="152400"/>
            <a:r>
              <a:rPr lang="en-US" altLang="ja-JP" dirty="0">
                <a:latin typeface="小塚明朝 Pro L"/>
                <a:ea typeface="Meiryo UI" panose="020B0604030504040204" pitchFamily="34" charset="-128"/>
                <a:cs typeface="ＭＳ Ｐゴシック" panose="020B0600070205080204" pitchFamily="34" charset="-128"/>
              </a:rPr>
              <a:t>Mark 10:27</a:t>
            </a:r>
            <a:r>
              <a:rPr lang="en-US" altLang="ja-JP" dirty="0">
                <a:latin typeface="小塚明朝 Pro L"/>
                <a:ea typeface="Meiryo UI" panose="020B0604030504040204" pitchFamily="34" charset="-128"/>
                <a:cs typeface="ＭＳ Ｐゴシック" panose="020B0600070205080204" pitchFamily="34" charset="-128"/>
              </a:rPr>
              <a:t xml:space="preserve">  </a:t>
            </a:r>
            <a:r>
              <a:rPr lang="ja-JP" altLang="ja-JP">
                <a:latin typeface="小塚明朝 Pro L"/>
                <a:ea typeface="Meiryo UI" panose="020B0604030504040204" pitchFamily="34" charset="-128"/>
                <a:cs typeface="ＭＳ Ｐゴシック" panose="020B0600070205080204" pitchFamily="34" charset="-128"/>
              </a:rPr>
              <a:t>イエスは彼らをじっと見て言われた。「それは人にはできないことです。しかし、神は違います。神にはどんなことでもできるのです。」</a:t>
            </a:r>
          </a:p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3400002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704123-7415-9F33-DD50-7C6B95E5C4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1880A210-FE0B-5881-C4EC-9785B3BA952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152400" marR="152400"/>
            <a:r>
              <a:rPr lang="en-US" altLang="ja-JP" dirty="0">
                <a:latin typeface="小塚明朝 Pro L"/>
                <a:ea typeface="Meiryo UI" panose="020B0604030504040204" pitchFamily="34" charset="-128"/>
                <a:cs typeface="ＭＳ Ｐゴシック" panose="020B0600070205080204" pitchFamily="34" charset="-128"/>
              </a:rPr>
              <a:t>Mark 3:14</a:t>
            </a:r>
            <a:r>
              <a:rPr lang="en-US" altLang="ja-JP" dirty="0">
                <a:latin typeface="小塚明朝 Pro L"/>
                <a:ea typeface="Meiryo UI" panose="020B0604030504040204" pitchFamily="34" charset="-128"/>
                <a:cs typeface="ＭＳ Ｐゴシック" panose="020B0600070205080204" pitchFamily="34" charset="-128"/>
              </a:rPr>
              <a:t xml:space="preserve">  </a:t>
            </a:r>
            <a:r>
              <a:rPr lang="ja-JP" altLang="ja-JP">
                <a:latin typeface="小塚明朝 Pro L"/>
                <a:ea typeface="Meiryo UI" panose="020B0604030504040204" pitchFamily="34" charset="-128"/>
                <a:cs typeface="ＭＳ Ｐゴシック" panose="020B0600070205080204" pitchFamily="34" charset="-128"/>
              </a:rPr>
              <a:t>イエスは十二人を任命し、彼らを使徒と呼ばれた。それは、彼らをご自分のそばに置くため、また彼らを遣わして宣教をさせ、</a:t>
            </a:r>
          </a:p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340000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 テーマ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84</TotalTime>
  <Words>636</Words>
  <Application>Microsoft Macintosh PowerPoint</Application>
  <PresentationFormat>ワイド画面</PresentationFormat>
  <Paragraphs>18</Paragraphs>
  <Slides>20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20</vt:i4>
      </vt:variant>
    </vt:vector>
  </HeadingPairs>
  <TitlesOfParts>
    <vt:vector size="24" baseType="lpstr">
      <vt:lpstr>小塚明朝 Pro L</vt:lpstr>
      <vt:lpstr>游ゴシック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nagumo shoko</dc:creator>
  <cp:lastModifiedBy>南雲嘉明</cp:lastModifiedBy>
  <cp:revision>25</cp:revision>
  <dcterms:created xsi:type="dcterms:W3CDTF">2018-05-18T01:57:06Z</dcterms:created>
  <dcterms:modified xsi:type="dcterms:W3CDTF">2025-07-05T22:33:25Z</dcterms:modified>
</cp:coreProperties>
</file>