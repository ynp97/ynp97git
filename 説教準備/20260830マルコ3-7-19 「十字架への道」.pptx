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90" r:id="rId1001"/>
    <p:sldId id="291" r:id="rId1002"/>
    <p:sldId id="292" r:id="rId1003"/>
    <p:sldId id="293" r:id="rId1004"/>
    <p:sldId id="294" r:id="rId1005"/>
    <p:sldId id="295" r:id="rId1006"/>
    <p:sldId id="296" r:id="rId1007"/>
    <p:sldId id="297" r:id="rId1008"/>
    <p:sldId id="298" r:id="rId1009"/>
    <p:sldId id="299" r:id="rId1010"/>
    <p:sldId id="300" r:id="rId1011"/>
    <p:sldId id="301" r:id="rId1012"/>
    <p:sldId id="302" r:id="rId1013"/>
    <p:sldId id="303" r:id="rId1014"/>
    <p:sldId id="304" r:id="rId1015"/>
    <p:sldId id="305" r:id="rId1016"/>
    <p:sldId id="306" r:id="rId1017"/>
    <p:sldId id="307" r:id="rId1018"/>
    <p:sldId id="308" r:id="rId1019"/>
    <p:sldId id="309" r:id="rId1020"/>
    <p:sldId id="310" r:id="rId1021"/>
    <p:sldId id="311" r:id="rId1022"/>
    <p:sldId id="312" r:id="rId1023"/>
    <p:sldId id="313" r:id="rId1024"/>
    <p:sldId id="314" r:id="rId1025"/>
    <p:sldId id="315" r:id="rId1026"/>
    <p:sldId id="316" r:id="rId1027"/>
    <p:sldId id="317" r:id="rId1028"/>
    <p:sldId id="318" r:id="rId1029"/>
    <p:sldId id="319" r:id="rId1030"/>
    <p:sldId id="320" r:id="rId10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232" y="28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001" Type="http://schemas.openxmlformats.org/officeDocument/2006/relationships/slide" Target="slides/slide1.xml"/><Relationship Id="rId1002" Type="http://schemas.openxmlformats.org/officeDocument/2006/relationships/slide" Target="slides/slide2.xml"/><Relationship Id="rId1003" Type="http://schemas.openxmlformats.org/officeDocument/2006/relationships/slide" Target="slides/slide3.xml"/><Relationship Id="rId1004" Type="http://schemas.openxmlformats.org/officeDocument/2006/relationships/slide" Target="slides/slide4.xml"/><Relationship Id="rId1005" Type="http://schemas.openxmlformats.org/officeDocument/2006/relationships/slide" Target="slides/slide5.xml"/><Relationship Id="rId1006" Type="http://schemas.openxmlformats.org/officeDocument/2006/relationships/slide" Target="slides/slide6.xml"/><Relationship Id="rId1007" Type="http://schemas.openxmlformats.org/officeDocument/2006/relationships/slide" Target="slides/slide7.xml"/><Relationship Id="rId1008" Type="http://schemas.openxmlformats.org/officeDocument/2006/relationships/slide" Target="slides/slide8.xml"/><Relationship Id="rId1009" Type="http://schemas.openxmlformats.org/officeDocument/2006/relationships/slide" Target="slides/slide9.xml"/><Relationship Id="rId1010" Type="http://schemas.openxmlformats.org/officeDocument/2006/relationships/slide" Target="slides/slide10.xml"/><Relationship Id="rId1011" Type="http://schemas.openxmlformats.org/officeDocument/2006/relationships/slide" Target="slides/slide11.xml"/><Relationship Id="rId1012" Type="http://schemas.openxmlformats.org/officeDocument/2006/relationships/slide" Target="slides/slide12.xml"/><Relationship Id="rId1013" Type="http://schemas.openxmlformats.org/officeDocument/2006/relationships/slide" Target="slides/slide13.xml"/><Relationship Id="rId1014" Type="http://schemas.openxmlformats.org/officeDocument/2006/relationships/slide" Target="slides/slide14.xml"/><Relationship Id="rId1015" Type="http://schemas.openxmlformats.org/officeDocument/2006/relationships/slide" Target="slides/slide15.xml"/><Relationship Id="rId1016" Type="http://schemas.openxmlformats.org/officeDocument/2006/relationships/slide" Target="slides/slide16.xml"/><Relationship Id="rId1017" Type="http://schemas.openxmlformats.org/officeDocument/2006/relationships/slide" Target="slides/slide17.xml"/><Relationship Id="rId1018" Type="http://schemas.openxmlformats.org/officeDocument/2006/relationships/slide" Target="slides/slide18.xml"/><Relationship Id="rId1019" Type="http://schemas.openxmlformats.org/officeDocument/2006/relationships/slide" Target="slides/slide19.xml"/><Relationship Id="rId1020" Type="http://schemas.openxmlformats.org/officeDocument/2006/relationships/slide" Target="slides/slide20.xml"/><Relationship Id="rId1021" Type="http://schemas.openxmlformats.org/officeDocument/2006/relationships/slide" Target="slides/slide21.xml"/><Relationship Id="rId1022" Type="http://schemas.openxmlformats.org/officeDocument/2006/relationships/slide" Target="slides/slide22.xml"/><Relationship Id="rId1023" Type="http://schemas.openxmlformats.org/officeDocument/2006/relationships/slide" Target="slides/slide23.xml"/><Relationship Id="rId1024" Type="http://schemas.openxmlformats.org/officeDocument/2006/relationships/slide" Target="slides/slide24.xml"/><Relationship Id="rId1025" Type="http://schemas.openxmlformats.org/officeDocument/2006/relationships/slide" Target="slides/slide25.xml"/><Relationship Id="rId1026" Type="http://schemas.openxmlformats.org/officeDocument/2006/relationships/slide" Target="slides/slide26.xml"/><Relationship Id="rId1027" Type="http://schemas.openxmlformats.org/officeDocument/2006/relationships/slide" Target="slides/slide27.xml"/><Relationship Id="rId1028" Type="http://schemas.openxmlformats.org/officeDocument/2006/relationships/slide" Target="slides/slide28.xml"/><Relationship Id="rId1029" Type="http://schemas.openxmlformats.org/officeDocument/2006/relationships/slide" Target="slides/slide29.xml"/><Relationship Id="rId1030" Type="http://schemas.openxmlformats.org/officeDocument/2006/relationships/slide" Target="slides/slide30.xml"/><Relationship Id="rId1031" Type="http://schemas.openxmlformats.org/officeDocument/2006/relationships/slide" Target="slides/slide31.xml"/><Relationship Id="rId2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23" Type="http://schemas.openxmlformats.org/officeDocument/2006/relationships/viewProps" Target="viewProps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06A7455C-219E-42D3-8F17-B32323BD6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71955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9601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3:6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パリサイ人たちは出て行ってすぐに、ヘロデ党の者たちと一緒に、どうやってイエスを殺そうかと相談し始めた。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それから、イエスは弟子たちとともに湖の方に退かれた。すると、ガリラヤから出て来た非常に大勢の人々がついて来た。また、ユダヤから、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エルサレムから、イドマヤから、ヨルダンの川向こうや、ツロ、シドンのあたりからも、非常に大勢の人々が、イエスが行っておられることを聞いて、みもとにやって来た。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5:1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こうして一行は、湖の向こう岸、ゲラサ人の地に着いた。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7:24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イエスは立ち上がり、そこからツロの地方へ行かれた。家に入って、だれにも知られたくないと思っておられたが、隠れていることはできなかった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7:31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イエスは再びツロの地方を出て、シドンを通り、デカポリス地方を通り抜けて、ガリラヤ湖に来られた。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3:9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イエスは、群衆が押し寄せて来ないように、ご自分のために小舟を用意しておくよう、弟子たちに言われた。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4:1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イエスは、再び湖のほとりで教え始められた。非常に多くの群衆がみもとに集まったので、イエスは湖で、舟に乗って腰を下ろされた。群衆はみな、湖の近くの陸地にいた。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3:10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イエスが多くの人を癒やされたので、病気に悩む人たちがみな、イエスにさわろうとして、みもとに押し寄せて来たのである。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1:41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イエスは深くあわれみ、手を伸ばして彼にさわり、「わたしの心だ。きよくなれ」と言われた。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5:27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彼女はイエスのことを聞き、群衆とともにやって来て、うしろからイエスの衣に触れた。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5:28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「あの方の衣にでも触れれば、私は救われる」と思っていたからである。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5:34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イエスは彼女に言われた。「娘よ、あなたの信仰があなたを救ったのです。安心して行きなさい。苦しむことなく、健やかでいなさい。」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汚れた霊どもは、イエスを見るたびに御前にひれ伏して「あなたは神の子です」と叫んだ。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3:12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イエスはご自分のことを知らせないよう、彼らを厳しく戒められた。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1:1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神の子、イエス・キリストの福音のはじめ。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1:34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イエスは、様々な病気にかかっている多くの人を癒やされた。また、多くの悪霊を追い出し、悪霊どもがものを言うのをお許しにならなかった。彼らがイエスのことを知っていたからである。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14:61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しかし、イエスは黙ったまま、何もお答えにならなかった。大祭司は再びイエスに尋ねた。「おまえは、ほむべき方の子キリストなのか。」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14:62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そこでイエスは言われた。「わたしが、それです。あなたがたは、人の子が力ある方の右の座に着き、そして天の雲とともに来るのを見ることになります。」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3:13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さて、イエスが山に登り、ご自分が望む者たちを呼び寄せられると、彼らはみもとに来た。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イエスは十二人を任命し、彼らを使徒と呼ばれた。それは、彼らをご自分のそばに置くため、また彼らを遣わして宣教をさせ、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彼らに悪霊を追い出す権威を持たせるためであった。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6:7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また、十二人を呼び、二人ずつ遣わし始めて、彼らに汚れた霊を制する権威をお授けになった。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6:12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こうして十二人は出て行って、人々が悔い改めるように宣べ伝え、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6:13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多くの悪霊を追い出し、油を塗って多くの病人を癒やした。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6:30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さて、使徒たちはイエスのもとに集まり、自分たちがしたこと、教えたことを、残らずイエスに報告した。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6:31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するとイエスは彼らに言われた。「さあ、あなたがただけで、寂しいところへ行って、しばらく休みなさい。」出入りする人が多くて、食事をとる時間さえなかったからである。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3:16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こうしてイエスは十二人を任命された。シモンにはペテロという名をつけ、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ゼベダイの子ヤコブと、ヤコブの兄弟ヨハネ、この二人にはボアネルゲ、すなわち、雷の子という名をつけられた。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10:37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彼らは言った。「あなたが栄光をお受けになるとき、一人があなたの右に、もう一人が左に座るようにしてください。」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さらに、アンデレ、ピリポ、バルトロマイ、マタイ、トマス、アルパヨの子ヤコブ、タダイ、熱心党のシモン、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3:19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イスカリオテのユダを任命された。このユダがイエスを裏切ったのである。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14:27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イエスは弟子たちに言われた。「あなたがたはみな、つまずきます。 『わたしは羊飼いを打つ。 すると、羊は散らされる』 と書いてあるからです。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14:28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しかしわたしは、よみがえった後、あなたがたより先にガリラヤへ行きます。」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14:50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皆は、イエスを見捨てて逃げてしまった。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16:7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さあ行って、弟子たちとペテロに伝えなさい。『イエスは、あなたがたより先にガリラヤへ行かれます。前に言われたとおり、そこでお会いできます』と。」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イエスは十二人を任命し、彼らを使徒と呼ばれた。それは、彼らをご自分のそばに置くため、また彼らを遣わして宣教をさせ、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彼らに悪霊を追い出す権威を持たせるためであった。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9:18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の霊が息子に取りつくと、ところかまわず倒します。息子は泡を吹き、歯ぎしりして、からだをこわばらせます。それであなたのお弟子たちに、霊を追い出してくださいとお願いしたのですが、できませんでした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9:19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彼らに言われた。「ああ、不信仰な時代だ。いつまで、わたしはあなたがたと一緒にいなければならないのか。いつまで、あなたがたに我慢しなければならないのか。その子をわたしのところに連れて来なさい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10:26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弟子たちは、ますます驚いて互いに言った。「それでは、だれが救われることができるでしょう。」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10:27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イエスは彼らをじっと見て言われた。「それは人にはできないことです。しかし、神は違います。神にはどんなことでもできるのです。」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イエスは十二人を任命し、彼らを使徒と呼ばれた。それは、彼らをご自分のそばに置くため、また彼らを遣わして宣教をさせ、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636</Words>
  <Application>Microsoft Macintosh PowerPoint</Application>
  <PresentationFormat>ワイド画面</PresentationFormat>
  <Paragraphs>18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小塚明朝 Pro L</vt:lpstr>
      <vt:lpstr>游ゴシック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nagumo shoko</dc:creator>
  <cp:lastModifiedBy>南雲嘉明</cp:lastModifiedBy>
  <cp:revision>25</cp:revision>
  <dcterms:created xsi:type="dcterms:W3CDTF">2018-05-18T01:57:06Z</dcterms:created>
  <dcterms:modified xsi:type="dcterms:W3CDTF">2025-07-05T22:33:25Z</dcterms:modified>
</cp:coreProperties>
</file>