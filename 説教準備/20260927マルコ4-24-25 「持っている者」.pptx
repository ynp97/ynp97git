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  <p:sldId id="297" r:id="rId1008"/>
    <p:sldId id="298" r:id="rId1009"/>
    <p:sldId id="299" r:id="rId1010"/>
    <p:sldId id="300" r:id="rId10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良い地に蒔かれたものとは、みことばを聞いて受け入れ、三十倍、六十倍、百倍の実を結ぶ人たちのことです。」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聞く耳があるなら、聞きなさい。」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また彼らに言われた。「聞いていることに注意しなさい。あなたがたは、自分が量るその秤で自分にも量り与えられ、その上に増し加えられます。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種蒔く人は、みことばを蒔くのです。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良い地に蒔かれたものとは、みことばを聞いて受け入れ、三十倍、六十倍、百倍の実を結ぶ人たちのことです。」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持っている人はさらに与えられ、持っていない人は、持っているものまで取り上げられてしまうからです。」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また彼らに言われた。「聞いていることに注意しなさい。あなたがたは、自分が量るその秤で自分にも量り与えられ、その上に増し加えられます。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持っている人はさらに与えられ、持っていない人は、持っているものまで取り上げられてしまうからです。」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4:11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そこで、イエスは言われた。「あなたがたには神の国の奥義が与えられていますが、外の人たちには、すべてがたとえで語られるのです。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良い地に蒔かれたものとは、みことばを聞いて受け入れ、三十倍、六十倍、百倍の実を結ぶ人たちのことです。」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道端に蒔かれたものとは、こういう人たちのことです。みことばが蒔かれて彼らが聞くと、すぐにサタンが来て、彼らに蒔かれたみことばを取り去ります。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4:34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たとえを使わずに話されることはなかった。ただ、ご自分の弟子たちには、彼らだけがいるときに、すべてのことを解き明かされた。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