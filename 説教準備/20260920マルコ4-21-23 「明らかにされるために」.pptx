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90" r:id="rId1001"/>
    <p:sldId id="291" r:id="rId1002"/>
    <p:sldId id="292" r:id="rId1003"/>
    <p:sldId id="293" r:id="rId1004"/>
    <p:sldId id="294" r:id="rId1005"/>
    <p:sldId id="295" r:id="rId1006"/>
    <p:sldId id="296" r:id="rId1007"/>
    <p:sldId id="297" r:id="rId1008"/>
    <p:sldId id="298" r:id="rId1009"/>
    <p:sldId id="299" r:id="rId1010"/>
    <p:sldId id="300" r:id="rId10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32" y="2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2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06A7455C-219E-42D3-8F17-B32323BD6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1955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60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kumimoji="1"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4:20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良い地に蒔かれたものとは、みことばを聞いて受け入れ、三十倍、六十倍、百倍の実を結ぶ人たちのことです。」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イエスはまた彼らに言われた。「明かりを持って来るのは、升の下や寝台の下に置くためでしょうか。燭台の上に置くためではありませんか。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Psa. 119:105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あなたのみことばは 私の足のともしび 私の道の光です。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4:19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この世の思い煩いや、富の惑わし、そのほかいろいろな欲望が入り込んでみことばをふさぐので、実を結ぶことができません。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Matt. 5:15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また、明かりをともして升の下に置いたりはしません。燭台の上に置きます。そうすれば、家にいるすべての人を照らします。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4:22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隠れているもので、あらわにされないものはなく、秘められたもので、明らかにされないものはありません。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1:1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神の子、イエス・キリストの福音のはじめ。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8:38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だれでも、このような姦淫と罪の時代にあって、わたしとわたしのことばを恥じるなら、人の子も、父の栄光を帯びて聖なる御使いたちとともに来るとき、その人を恥じます。」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John 1:14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ことばは人となって、私たちの間に住まわれた。私たちはこの方の栄光を見た。父のみもとから来られたひとり子としての栄光である。この方は恵みとまことに満ちておられた。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John 1:9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すべての人を照らすそのまことの光が、世に来ようとしていた。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04123-7415-9F33-DD50-7C6B95E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80A210-FE0B-5881-C4EC-9785B3BA9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52400" marR="152400"/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Mark 4:23</a:t>
            </a:r>
            <a:r>
              <a:rPr lang="en-US" altLang="ja-JP" dirty="0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 xml:space="preserve">  </a:t>
            </a:r>
            <a:r>
              <a:rPr lang="ja-JP" altLang="ja-JP">
                <a:latin typeface="小塚明朝 Pro L"/>
                <a:ea typeface="Meiryo UI" panose="020B0604030504040204" pitchFamily="34" charset="-128"/>
                <a:cs typeface="ＭＳ Ｐゴシック" panose="020B0600070205080204" pitchFamily="34" charset="-128"/>
              </a:rPr>
              <a:t>聞く耳があるなら、聞きなさい。」</a:t>
            </a:r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0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636</Words>
  <Application>Microsoft Macintosh PowerPoint</Application>
  <PresentationFormat>ワイド画面</PresentationFormat>
  <Paragraphs>18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小塚明朝 Pro L</vt:lpstr>
      <vt:lpstr>游ゴシック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nagumo shoko</dc:creator>
  <cp:lastModifiedBy>南雲嘉明</cp:lastModifiedBy>
  <cp:revision>25</cp:revision>
  <dcterms:created xsi:type="dcterms:W3CDTF">2018-05-18T01:57:06Z</dcterms:created>
  <dcterms:modified xsi:type="dcterms:W3CDTF">2025-07-05T22:33:25Z</dcterms:modified>
</cp:coreProperties>
</file>