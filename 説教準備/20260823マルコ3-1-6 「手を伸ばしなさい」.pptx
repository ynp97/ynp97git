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  <p:sldId id="301" r:id="rId1012"/>
    <p:sldId id="302" r:id="rId1013"/>
    <p:sldId id="303" r:id="rId1014"/>
    <p:sldId id="304" r:id="rId10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そして言われた。「安息日は人のために設けられたのです。人が安息日のために造られたのではありません。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2:28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ですから、人の子は安息日にも主です。」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イエスは再び会堂に入られた。そこに片手の萎えた人がいた。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人々は、イエスがこの人を安息日に治すかどうか、じっと見ていた。イエスを訴えるためであった。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イエスは、片手の萎えたその人に言われた。「真ん中に立ちなさい。」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Luke 6:8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イエスは彼らの考えを知っておられた。それで、手の萎えた人に言われた。「立って、真ん中に出なさい。」その人は起き上がり、そこに立った。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それから彼らに言われた。「安息日に律法にかなっているのは、善を行うことですか、それとも悪を行うことですか。いのちを救うことですか、それとも殺すことですか。」彼らは黙っていた。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30:15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見よ、私は確かに今日あなたの前に、いのちと幸い、死とわざわいを置く。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30:19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私は今日、あなたがたに対して天と地を証人に立てる。私は、いのちと死、祝福とのろいをあなたの前に置く。あなたはいのちを選びなさい。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8:36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人は、たとえ全世界を手に入れても、自分のいのちを失ったら、何の益があるでしょうか。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8:35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自分のいのちを救おうと思う者はそれを失い、わたしと福音のためにいのちを失う者は、それを救うのです。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12:30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あなたは心を尽くし、いのちを尽くし、知性を尽くし、力を尽くして、あなたの神、主を愛しなさい。』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30:15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見よ、私は確かに今日あなたの前に、いのちと幸い、死とわざわいを置く。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Deut. 30:19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私は今日、あなたがたに対して天と地を証人に立てる。私は、いのちと死、祝福とのろいをあなたの前に置く。あなたはいのちを選びなさい。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イエスは怒って彼らを見回し、その心の頑なさを嘆き悲しみながら、その人に「手を伸ばしなさい」と言われた。彼が手を伸ばすと、手は元どおりになった。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6:52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彼らはパンのことを理解せず、その心が頑なになっていたからである。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8:17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イエスはそれに気がついて言われた。「なぜ、パンを持っていないことについて議論しているのですか。まだ分からないのですか、悟らないのですか。心を頑なにしているのですか。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パリサイ人たちは出て行ってすぐに、ヘロデ党の者たちと一緒に、どうやってイエスを殺そうかと相談し始めた。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それから彼らに言われた。「安息日に律法にかなっているのは、善を行うことですか、それとも悪を行うことですか。いのちを救うことですか、それとも殺すことですか。」彼らは黙っていた。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