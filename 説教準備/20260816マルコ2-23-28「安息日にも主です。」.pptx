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  <p:sldId id="297" r:id="rId1008"/>
    <p:sldId id="298" r:id="rId1009"/>
    <p:sldId id="299" r:id="rId1010"/>
    <p:sldId id="300" r:id="rId1011"/>
    <p:sldId id="301" r:id="rId1012"/>
    <p:sldId id="302" r:id="rId1013"/>
    <p:sldId id="303" r:id="rId1014"/>
    <p:sldId id="304" r:id="rId1015"/>
    <p:sldId id="305" r:id="rId1016"/>
    <p:sldId id="306" r:id="rId1017"/>
    <p:sldId id="307" r:id="rId1018"/>
    <p:sldId id="308" r:id="rId1019"/>
    <p:sldId id="309" r:id="rId1020"/>
    <p:sldId id="310" r:id="rId1021"/>
    <p:sldId id="311" r:id="rId1022"/>
    <p:sldId id="312" r:id="rId1023"/>
    <p:sldId id="313" r:id="rId10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パリサイ人たちは出て行ってすぐに、ヘロデ党の者たちと一緒に、どうやってイエスを殺そうかと相談し始めた。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ある安息日に、イエスが麦畑を通っておられたときのことである。弟子たちは、道を進みながら穂を摘み始めた。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Matt. 12:1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そのころ、イエスは安息日に麦畑を通られた。弟子たちは空腹だったので、穂を摘んで食べ始めた。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Luke 6:1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ある安息日に、イエスが麦畑を通っておられたときのことである。弟子たちは穂を摘んで、手でもみながら食べていた。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23:25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隣人の麦畑の中に入ったとき、あなたは穂を手で摘んでもよい。しかし、隣人の麦畑で鎌を使ってはならない。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すると、パリサイ人たちがイエスに言った。「ご覧なさい。なぜ彼らは、安息日にしてはならないことをするのですか。」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Ex. 20:8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安息日を覚えて、これを聖なるものとせよ。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Ex. 20:9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六日間働いて、あなたのすべての仕事をせよ。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Ex. 20:10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七日目は、あなたの神、主の安息である。あなたはいかなる仕事もしてはならない。あなたも、あなたの息子や娘も、それにあなたの男奴隷や女奴隷、家畜、またあなたの町囲みの中にいる寄留者も。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Ex. 20:11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それは主が六日間で、天と地と海、またそれらの中のすべてのものを造り、七日目に休んだからである。それゆえ、主は安息日を祝福し、これを聖なるものとした。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イエスは言われた。「ダビデと供の者たちが食べ物がなくて空腹になったとき、ダビデが何をしたか、読んだことがないのですか。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大祭司エブヤタルのころ、どのようにして、ダビデが神の家に入り、祭司以外の人が食べてはならない臨在のパンを食べて、一緒にいた人たちにも与えたか、読んだことがないのですか。」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1Sam. 21:3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今、お手もとに何かあったら、パン五つでも、ある物を下さい。」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1Sam. 21:4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祭司はダビデに答えて言った。「手もとには、普通のパンはありません。ですが、もし若い者たちが女たちから身を遠ざけているなら、聖別されたパンはあります。」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1Sam. 21:6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祭司は彼に、聖別されたパンを与えた。そこには、温かいパンと置き換えるために、その日主の前から取り下げられた、臨在のパンしかなかったからである。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そして言われた。「安息日は人のために設けられたのです。人が安息日のために造られたのではありません。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ですから、人の子は安息日にも主です。」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そして言われた。「安息日は人のために設けられたのです。人が安息日のために造られたのではありません。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5:12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安息日を守って、これを聖なるものとせよ。あなたの神、主が命じたとおりに。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5:13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六日間働いて、あなたのすべての仕事をせよ。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5:14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七日目は、あなたの神、主の安息である。あなたはいかなる仕事もしてはならない。あなたも、あなたの息子や娘も、それにあなたの男奴隷や女奴隷、牛、ろば、いかなる家畜も、また、あなたの町囲みの中にいる寄留者も。そうすれば、あなたの男奴隷や女奴隷が、あなたと同じように休むことができ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5:15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あなたは自分がエジプトの地で奴隷であったこと、そして、あなたの神、主が力強い御手と伸ばされた御腕をもって、あなたをそこから導き出したことを覚えていなければならない。それゆえ、あなたの神、主は安息日を守るよう、あなたに命じたの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そして言われた。「安息日は人のために設けられたのです。人が安息日のために造られたのではありません。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ですから、人の子は安息日にも主です。」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Is. 58:13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もし、あなたが安息日に出歩くことをやめ、 わたしの聖日に自分の好むことをせず、 安息日を『喜びの日』と呼び、 主の聖日を『栄えある日』と呼び、 これを尊んで、自分の道を行かず、 自分の好むことを求めず、無駄口を慎むなら、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Is. 58:14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そのとき、あなたは主をあなたの喜びとする。 わたしはあなたに地の高い所を踏み行かせ、 あなたの父ヤコブのゆずりの地であなたを養う。 ──主の御口がそう語られる。」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ですから、人の子は安息日にも主です。」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2:10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しかし、人の子が地上で罪を赦す権威を持っていることを、あなたがたが知るために──。」そう言って、中風の人に言われた。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Ex. 20:9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六日間働いて、あなたのすべての仕事をせよ。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ですから、人の子は安息日にも主です。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Is. 58:14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そのとき、あなたは主をあなたの喜びとする。 わたしはあなたに地の高い所を踏み行かせ、 あなたの父ヤコブのゆずりの地であなたを養う。 ──主の御口がそう語られる。」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安息日は人のために設けられたのです。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