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sldIdLst>
    <p:sldId id="290" r:id="rId1001"/>
    <p:sldId id="291" r:id="rId1002"/>
    <p:sldId id="292" r:id="rId1003"/>
    <p:sldId id="293" r:id="rId1004"/>
    <p:sldId id="294" r:id="rId1005"/>
    <p:sldId id="295" r:id="rId1006"/>
    <p:sldId id="296" r:id="rId1007"/>
    <p:sldId id="297" r:id="rId1008"/>
    <p:sldId id="298" r:id="rId1009"/>
    <p:sldId id="299" r:id="rId1010"/>
    <p:sldId id="300" r:id="rId1011"/>
    <p:sldId id="301" r:id="rId1012"/>
    <p:sldId id="302" r:id="rId1013"/>
    <p:sldId id="303" r:id="rId1014"/>
    <p:sldId id="304" r:id="rId1015"/>
    <p:sldId id="305" r:id="rId1016"/>
    <p:sldId id="306" r:id="rId1017"/>
    <p:sldId id="307" r:id="rId1018"/>
    <p:sldId id="308" r:id="rId1019"/>
    <p:sldId id="309" r:id="rId1020"/>
    <p:sldId id="310" r:id="rId1021"/>
    <p:sldId id="311" r:id="rId1022"/>
    <p:sldId id="312" r:id="rId1023"/>
    <p:sldId id="313" r:id="rId1024"/>
    <p:sldId id="314" r:id="rId1025"/>
    <p:sldId id="315" r:id="rId10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7" autoAdjust="0"/>
    <p:restoredTop sz="94660"/>
  </p:normalViewPr>
  <p:slideViewPr>
    <p:cSldViewPr snapToGrid="0" showGuides="1">
      <p:cViewPr varScale="1">
        <p:scale>
          <a:sx n="61" d="100"/>
          <a:sy n="61" d="100"/>
        </p:scale>
        <p:origin x="232" y="28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001" Type="http://schemas.openxmlformats.org/officeDocument/2006/relationships/slide" Target="slides/slide1.xml"/><Relationship Id="rId1002" Type="http://schemas.openxmlformats.org/officeDocument/2006/relationships/slide" Target="slides/slide2.xml"/><Relationship Id="rId1003" Type="http://schemas.openxmlformats.org/officeDocument/2006/relationships/slide" Target="slides/slide3.xml"/><Relationship Id="rId1004" Type="http://schemas.openxmlformats.org/officeDocument/2006/relationships/slide" Target="slides/slide4.xml"/><Relationship Id="rId1005" Type="http://schemas.openxmlformats.org/officeDocument/2006/relationships/slide" Target="slides/slide5.xml"/><Relationship Id="rId1006" Type="http://schemas.openxmlformats.org/officeDocument/2006/relationships/slide" Target="slides/slide6.xml"/><Relationship Id="rId1007" Type="http://schemas.openxmlformats.org/officeDocument/2006/relationships/slide" Target="slides/slide7.xml"/><Relationship Id="rId1008" Type="http://schemas.openxmlformats.org/officeDocument/2006/relationships/slide" Target="slides/slide8.xml"/><Relationship Id="rId1009" Type="http://schemas.openxmlformats.org/officeDocument/2006/relationships/slide" Target="slides/slide9.xml"/><Relationship Id="rId1010" Type="http://schemas.openxmlformats.org/officeDocument/2006/relationships/slide" Target="slides/slide10.xml"/><Relationship Id="rId1011" Type="http://schemas.openxmlformats.org/officeDocument/2006/relationships/slide" Target="slides/slide11.xml"/><Relationship Id="rId1012" Type="http://schemas.openxmlformats.org/officeDocument/2006/relationships/slide" Target="slides/slide12.xml"/><Relationship Id="rId1013" Type="http://schemas.openxmlformats.org/officeDocument/2006/relationships/slide" Target="slides/slide13.xml"/><Relationship Id="rId1014" Type="http://schemas.openxmlformats.org/officeDocument/2006/relationships/slide" Target="slides/slide14.xml"/><Relationship Id="rId1015" Type="http://schemas.openxmlformats.org/officeDocument/2006/relationships/slide" Target="slides/slide15.xml"/><Relationship Id="rId1016" Type="http://schemas.openxmlformats.org/officeDocument/2006/relationships/slide" Target="slides/slide16.xml"/><Relationship Id="rId1017" Type="http://schemas.openxmlformats.org/officeDocument/2006/relationships/slide" Target="slides/slide17.xml"/><Relationship Id="rId1018" Type="http://schemas.openxmlformats.org/officeDocument/2006/relationships/slide" Target="slides/slide18.xml"/><Relationship Id="rId1019" Type="http://schemas.openxmlformats.org/officeDocument/2006/relationships/slide" Target="slides/slide19.xml"/><Relationship Id="rId1020" Type="http://schemas.openxmlformats.org/officeDocument/2006/relationships/slide" Target="slides/slide20.xml"/><Relationship Id="rId1021" Type="http://schemas.openxmlformats.org/officeDocument/2006/relationships/slide" Target="slides/slide21.xml"/><Relationship Id="rId1022" Type="http://schemas.openxmlformats.org/officeDocument/2006/relationships/slide" Target="slides/slide22.xml"/><Relationship Id="rId1023" Type="http://schemas.openxmlformats.org/officeDocument/2006/relationships/slide" Target="slides/slide23.xml"/><Relationship Id="rId1024" Type="http://schemas.openxmlformats.org/officeDocument/2006/relationships/slide" Target="slides/slide24.xml"/><Relationship Id="rId1025" Type="http://schemas.openxmlformats.org/officeDocument/2006/relationships/slide" Target="slides/slide25.xml"/><Relationship Id="rId1026" Type="http://schemas.openxmlformats.org/officeDocument/2006/relationships/slide" Target="slides/slide26.xml"/><Relationship Id="rId25" Type="http://schemas.openxmlformats.org/officeDocument/2006/relationships/tableStyles" Target="tableStyles.xml"/><Relationship Id="rId1" Type="http://schemas.openxmlformats.org/officeDocument/2006/relationships/slideMaster" Target="slideMasters/slideMaster1.xml"/><Relationship Id="rId24" Type="http://schemas.openxmlformats.org/officeDocument/2006/relationships/theme" Target="theme/theme1.xml"/><Relationship Id="rId23" Type="http://schemas.openxmlformats.org/officeDocument/2006/relationships/viewProps" Target="viewProps.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
        <p:nvSpPr>
          <p:cNvPr id="7" name="テキスト プレースホルダー 3">
            <a:extLst>
              <a:ext uri="{FF2B5EF4-FFF2-40B4-BE49-F238E27FC236}">
                <a16:creationId xmlns:a16="http://schemas.microsoft.com/office/drawing/2014/main" id="{06A7455C-219E-42D3-8F17-B32323BD6FC3}"/>
              </a:ext>
            </a:extLst>
          </p:cNvPr>
          <p:cNvSpPr>
            <a:spLocks noGrp="1"/>
          </p:cNvSpPr>
          <p:nvPr>
            <p:ph type="body" sz="quarter" idx="10"/>
          </p:nvPr>
        </p:nvSpPr>
        <p:spPr>
          <a:xfrm>
            <a:off x="0" y="0"/>
            <a:ext cx="12192000" cy="6858000"/>
          </a:xfrm>
          <a:prstGeom prst="rect">
            <a:avLst/>
          </a:prstGeom>
        </p:spPr>
        <p:txBody>
          <a:bodyPr/>
          <a:lstStyle>
            <a:lvl1pPr marL="0" indent="0">
              <a:buNone/>
              <a:defRPr sz="3600" b="1">
                <a:solidFill>
                  <a:schemeClr val="tx1"/>
                </a:solidFill>
              </a:defRPr>
            </a:lvl1pPr>
            <a:lvl2pPr marL="457200" indent="0">
              <a:buNone/>
              <a:defRPr sz="3200">
                <a:solidFill>
                  <a:schemeClr val="bg1"/>
                </a:solidFill>
              </a:defRPr>
            </a:lvl2pPr>
            <a:lvl3pPr marL="914400" indent="0">
              <a:buNone/>
              <a:defRPr sz="2800">
                <a:solidFill>
                  <a:schemeClr val="bg1"/>
                </a:solidFill>
              </a:defRPr>
            </a:lvl3pPr>
            <a:lvl4pPr marL="1371600" indent="0">
              <a:buNone/>
              <a:defRPr sz="2400">
                <a:solidFill>
                  <a:schemeClr val="bg1"/>
                </a:solidFill>
              </a:defRPr>
            </a:lvl4pPr>
            <a:lvl5pPr marL="1828800" indent="0">
              <a:buNone/>
              <a:defRPr sz="2400">
                <a:solidFill>
                  <a:schemeClr val="bg1"/>
                </a:solidFill>
              </a:defRPr>
            </a:lvl5pPr>
          </a:lstStyle>
          <a:p>
            <a:pPr lvl="0"/>
            <a:r>
              <a:rPr kumimoji="1" lang="ja-JP" altLang="en-US"/>
              <a:t>マスター テキストの書式設定</a:t>
            </a:r>
          </a:p>
        </p:txBody>
      </p:sp>
    </p:spTree>
    <p:extLst>
      <p:ext uri="{BB962C8B-B14F-4D97-AF65-F5344CB8AC3E}">
        <p14:creationId xmlns:p14="http://schemas.microsoft.com/office/powerpoint/2010/main" val="71955049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7/6/25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518960155"/>
      </p:ext>
    </p:extLst>
  </p:cSld>
  <p:clrMap bg1="dk1" tx1="lt1" bg2="dk2" tx2="lt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kumimoji="1" sz="4400" b="1" kern="1200">
          <a:solidFill>
            <a:schemeClr val="tx1"/>
          </a:solidFill>
          <a:latin typeface="+mn-ea"/>
          <a:ea typeface="+mn-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kumimoji="1" sz="28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4:1</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イエスは、再び湖のほとりで教え始められた。非常に多くの群衆がみもとに集まったので、イエスは湖で、舟に乗って腰を下ろされた。群衆はみな、湖の近くの陸地にいた。</a:t>
            </a:r>
          </a:p>
          <a:p>
            <a:pPr marL="152400" marR="152400"/>
            <a:r>
              <a:rPr lang="en-US" altLang="ja-JP" dirty="0">
                <a:latin typeface="小塚明朝 Pro L"/>
                <a:ea typeface="Meiryo UI" panose="020B0604030504040204" pitchFamily="34" charset="-128"/>
                <a:cs typeface="ＭＳ Ｐゴシック" panose="020B0600070205080204" pitchFamily="34" charset="-128"/>
              </a:rPr>
              <a:t>Mark 4:2</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イエスは、多くのことをたとえによって教えられた。その教えの中でこう言われた。</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4:3</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「よく聞きなさい。種を蒔く人が種蒔きに出かけた。</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4:4</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蒔いていると、ある種が道端に落ちた。すると、鳥が来て食べてしまった。</a:t>
            </a:r>
          </a:p>
          <a:p>
            <a:pPr marL="152400" marR="152400"/>
            <a:r>
              <a:rPr lang="en-US" altLang="ja-JP" dirty="0">
                <a:latin typeface="小塚明朝 Pro L"/>
                <a:ea typeface="Meiryo UI" panose="020B0604030504040204" pitchFamily="34" charset="-128"/>
                <a:cs typeface="ＭＳ Ｐゴシック" panose="020B0600070205080204" pitchFamily="34" charset="-128"/>
              </a:rPr>
              <a:t>Mark 4:5</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また、別の種は土の薄い岩地に落ちた。土が深くなかったのですぐに芽を出したが、</a:t>
            </a:r>
          </a:p>
          <a:p>
            <a:pPr marL="152400" marR="152400"/>
            <a:r>
              <a:rPr lang="en-US" altLang="ja-JP" dirty="0">
                <a:latin typeface="小塚明朝 Pro L"/>
                <a:ea typeface="Meiryo UI" panose="020B0604030504040204" pitchFamily="34" charset="-128"/>
                <a:cs typeface="ＭＳ Ｐゴシック" panose="020B0600070205080204" pitchFamily="34" charset="-128"/>
              </a:rPr>
              <a:t>Mark 4:6</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日が昇るとしおれ、根づかずに枯れてしまった。</a:t>
            </a:r>
          </a:p>
          <a:p>
            <a:pPr marL="152400" marR="152400"/>
            <a:r>
              <a:rPr lang="en-US" altLang="ja-JP" dirty="0">
                <a:latin typeface="小塚明朝 Pro L"/>
                <a:ea typeface="Meiryo UI" panose="020B0604030504040204" pitchFamily="34" charset="-128"/>
                <a:cs typeface="ＭＳ Ｐゴシック" panose="020B0600070205080204" pitchFamily="34" charset="-128"/>
              </a:rPr>
              <a:t>Mark 4:7</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また、別の種は茨の中に落ちた。すると、茨が伸びてふさいでしまったので、実を結ばなかった。</a:t>
            </a:r>
          </a:p>
          <a:p>
            <a:pPr marL="152400" marR="152400"/>
            <a:r>
              <a:rPr lang="en-US" altLang="ja-JP" dirty="0">
                <a:latin typeface="小塚明朝 Pro L"/>
                <a:ea typeface="Meiryo UI" panose="020B0604030504040204" pitchFamily="34" charset="-128"/>
                <a:cs typeface="ＭＳ Ｐゴシック" panose="020B0600070205080204" pitchFamily="34" charset="-128"/>
              </a:rPr>
              <a:t>Mark 4:8</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また、別の種は良い地に落ちた。すると芽生え、育って実を結び、三十倍、六十倍、百倍になった。」</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4:9</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そしてイエスは言われた。「聞く耳のある者は聞きなさい。」</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4:10</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さて、イエスだけになったとき、イエスの周りにいた人たちが、十二人とともに、これらのたとえのことを尋ねた。</a:t>
            </a:r>
          </a:p>
          <a:p>
            <a:pPr marL="152400" marR="152400"/>
            <a:r>
              <a:rPr lang="en-US" altLang="ja-JP" dirty="0">
                <a:latin typeface="小塚明朝 Pro L"/>
                <a:ea typeface="Meiryo UI" panose="020B0604030504040204" pitchFamily="34" charset="-128"/>
                <a:cs typeface="ＭＳ Ｐゴシック" panose="020B0600070205080204" pitchFamily="34" charset="-128"/>
              </a:rPr>
              <a:t>Mark 4:11</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そこで、イエスは言われた。「あなたがたには神の国の奥義が与えられていますが、外の人たちには、すべてがたとえで語られるのです。</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Dan. 2:28</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しかし天に秘密を明らかにするひとりの神がおられます。この方が終わりの日に起こることをネブカドネツァル王に示されたのです。</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4:12</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それはこうあるからです。『彼らは、見るには見るが知ることはなく、聞くには聞くが悟ることはない。彼らが立ち返って赦されることのないように。』」</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Is. 6:9</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すると主は言われた。「行って、この民に告げよ。『聞き続けよ。だが悟るな。見続けよ。だが知るな』と。</a:t>
            </a:r>
          </a:p>
          <a:p>
            <a:pPr marL="152400" marR="152400"/>
            <a:r>
              <a:rPr lang="en-US" altLang="ja-JP" dirty="0">
                <a:latin typeface="小塚明朝 Pro L"/>
                <a:ea typeface="Meiryo UI" panose="020B0604030504040204" pitchFamily="34" charset="-128"/>
                <a:cs typeface="ＭＳ Ｐゴシック" panose="020B0600070205080204" pitchFamily="34" charset="-128"/>
              </a:rPr>
              <a:t>Is. 6:10</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この民の心を肥え鈍らせ、その耳を遠くし、その目を固く閉ざせ。彼らがその目で見ることも、耳で聞くことも、心で悟ることも、立ち返って癒やされることもないように。」</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Is. 6:11</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私が「主よ、いつまでですか」と言うと、主は言われた。「町々が荒れ果てて住む者がなく、家々にも人がいなくなり、土地も荒れ果てて荒れ地となる。</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4:11</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そこで、イエスは言われた。「あなたがたには神の国の奥義が与えられていますが、外の人たちには、すべてがたとえで語られるのです。</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4:13</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そして、彼らにこう言われた。「このたとえが分からないのですか。そんなことで、どうしてすべてのたとえが理解できるでしょうか。</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4:14</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種蒔く人は、みことばを蒔くのです。</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4:4</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蒔いていると、ある種が道端に落ちた。すると、鳥が来て食べてしまった。</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4:15</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道端に蒔かれたものとは、こういう人たちのことです。みことばが蒔かれて彼らが聞くと、すぐにサタンが来て、彼らに蒔かれたみことばを取り去ります。</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3:23</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そこでイエスは彼らを呼び寄せて、たとえで語られた。「どうしてサタンがサタンを追い出せるのですか。</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3:27</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まず強い者を縛り上げなければ、だれも、強い者の家に入って、家財を略奪することはできません。縛り上げれば、その家を略奪できます。</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4:5</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また、別の種は土の薄い岩地に落ちた。土が深くなかったのですぐに芽を出したが、</a:t>
            </a:r>
          </a:p>
          <a:p>
            <a:pPr marL="152400" marR="152400"/>
            <a:r>
              <a:rPr lang="en-US" altLang="ja-JP" dirty="0">
                <a:latin typeface="小塚明朝 Pro L"/>
                <a:ea typeface="Meiryo UI" panose="020B0604030504040204" pitchFamily="34" charset="-128"/>
                <a:cs typeface="ＭＳ Ｐゴシック" panose="020B0600070205080204" pitchFamily="34" charset="-128"/>
              </a:rPr>
              <a:t>Mark 4:6</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日が昇るとしおれ、根づかずに枯れてしまった。</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4:16</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岩地に蒔かれたものとは、こういう人たちのことです。みことばを聞くと、すぐに喜んで受け入れますが、</a:t>
            </a:r>
          </a:p>
          <a:p>
            <a:pPr marL="152400" marR="152400"/>
            <a:r>
              <a:rPr lang="en-US" altLang="ja-JP" dirty="0">
                <a:latin typeface="小塚明朝 Pro L"/>
                <a:ea typeface="Meiryo UI" panose="020B0604030504040204" pitchFamily="34" charset="-128"/>
                <a:cs typeface="ＭＳ Ｐゴシック" panose="020B0600070205080204" pitchFamily="34" charset="-128"/>
              </a:rPr>
              <a:t>Mark 4:17</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自分の中に根がなく、しばらく続くだけです。後で、みことばのために困難や迫害が起こると、すぐにつまずいてしまいます。</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4:7</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また、別の種は茨の中に落ちた。すると、茨が伸びてふさいでしまったので、実を結ばなかった。</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4:18</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もう一つの、茨の中に蒔かれたものとは、こういう人たちのことです。みことばを聞いたのに、</a:t>
            </a:r>
          </a:p>
          <a:p>
            <a:pPr marL="152400" marR="152400"/>
            <a:r>
              <a:rPr lang="en-US" altLang="ja-JP" dirty="0">
                <a:latin typeface="小塚明朝 Pro L"/>
                <a:ea typeface="Meiryo UI" panose="020B0604030504040204" pitchFamily="34" charset="-128"/>
                <a:cs typeface="ＭＳ Ｐゴシック" panose="020B0600070205080204" pitchFamily="34" charset="-128"/>
              </a:rPr>
              <a:t>Mark 4:19</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この世の思い煩いや、富の惑わし、そのほかいろいろな欲望が入り込んでみことばをふさぐので、実を結ぶことができません。</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4:8</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また、別の種は良い地に落ちた。すると芽生え、育って実を結び、三十倍、六十倍、百倍になった。」</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4:20</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良い地に蒔かれたものとは、みことばを聞いて受け入れ、三十倍、六十倍、百倍の実を結ぶ人たちのことです。」</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1Cor. 3:6</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私が植えて、アポロが水を注ぎました。しかし、成長させたのは神です。</a:t>
            </a:r>
          </a:p>
          <a:p>
            <a:pPr marL="152400" marR="152400"/>
            <a:r>
              <a:rPr lang="en-US" altLang="ja-JP" dirty="0">
                <a:latin typeface="小塚明朝 Pro L"/>
                <a:ea typeface="Meiryo UI" panose="020B0604030504040204" pitchFamily="34" charset="-128"/>
                <a:cs typeface="ＭＳ Ｐゴシック" panose="020B0600070205080204" pitchFamily="34" charset="-128"/>
              </a:rPr>
              <a:t>1Cor. 3:7</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ですから、大切なのは、植える者でも水を注ぐ者でもなく、成長させてくださる神です。</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Mark 4:25</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持っている人はさらに与えられ、持っていない人は、持っているものまで取り上げられてしまうからです。」</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Is. 55:10</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雨や雪は、天から降って、もとに戻らず、地を潤して物を生えさせ、芽を出させて、種蒔く人に種を与え、食べる人にパンを与える。</a:t>
            </a:r>
          </a:p>
          <a:p>
            <a:pPr marL="152400" marR="152400"/>
            <a:r>
              <a:rPr lang="en-US" altLang="ja-JP" dirty="0">
                <a:latin typeface="小塚明朝 Pro L"/>
                <a:ea typeface="Meiryo UI" panose="020B0604030504040204" pitchFamily="34" charset="-128"/>
                <a:cs typeface="ＭＳ Ｐゴシック" panose="020B0600070205080204" pitchFamily="34" charset="-128"/>
              </a:rPr>
              <a:t>Is. 55:11</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そのように、わたしの口から出るわたしのことばも、わたしのところに、空しく帰って来ることはない。それは、わたしが望むことを成し遂げ、わたしが言い送ったことを成功させる。</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4123-7415-9F33-DD50-7C6B95E5C49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880A210-FE0B-5881-C4EC-9785B3BA9525}"/>
              </a:ext>
            </a:extLst>
          </p:cNvPr>
          <p:cNvSpPr>
            <a:spLocks noGrp="1"/>
          </p:cNvSpPr>
          <p:nvPr>
            <p:ph type="body" sz="quarter" idx="10"/>
          </p:nvPr>
        </p:nvSpPr>
        <p:spPr/>
        <p:txBody>
          <a:bodyPr/>
          <a:lstStyle/>
          <a:p>
            <a:pPr marL="152400" marR="152400"/>
            <a:r>
              <a:rPr lang="en-US" altLang="ja-JP" dirty="0">
                <a:latin typeface="小塚明朝 Pro L"/>
                <a:ea typeface="Meiryo UI" panose="020B0604030504040204" pitchFamily="34" charset="-128"/>
                <a:cs typeface="ＭＳ Ｐゴシック" panose="020B0600070205080204" pitchFamily="34" charset="-128"/>
              </a:rPr>
              <a:t>John 12:24</a:t>
            </a:r>
            <a:r>
              <a:rPr lang="en-US" altLang="ja-JP" dirty="0">
                <a:latin typeface="小塚明朝 Pro L"/>
                <a:ea typeface="Meiryo UI" panose="020B0604030504040204" pitchFamily="34" charset="-128"/>
                <a:cs typeface="ＭＳ Ｐゴシック" panose="020B0600070205080204" pitchFamily="34" charset="-128"/>
              </a:rPr>
              <a:t xml:space="preserve">  </a:t>
            </a:r>
            <a:r>
              <a:rPr lang="ja-JP" altLang="ja-JP">
                <a:latin typeface="小塚明朝 Pro L"/>
                <a:ea typeface="Meiryo UI" panose="020B0604030504040204" pitchFamily="34" charset="-128"/>
                <a:cs typeface="ＭＳ Ｐゴシック" panose="020B0600070205080204" pitchFamily="34" charset="-128"/>
              </a:rPr>
              <a:t>まことに、まことに、あなたがたに言います。一粒の麦は、地に落ちて死ななければ、一粒のままです。しかし、死ぬなら、豊かな実を結びます。</a:t>
            </a:r>
          </a:p>
          <a:p>
            <a:endParaRPr kumimoji="1" lang="ja-JP" altLang="en-US"/>
          </a:p>
        </p:txBody>
      </p:sp>
    </p:spTree>
    <p:extLst>
      <p:ext uri="{BB962C8B-B14F-4D97-AF65-F5344CB8AC3E}">
        <p14:creationId xmlns:p14="http://schemas.microsoft.com/office/powerpoint/2010/main" val="2834000026"/>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84</TotalTime>
  <Words>636</Words>
  <Application>Microsoft Macintosh PowerPoint</Application>
  <PresentationFormat>ワイド画面</PresentationFormat>
  <Paragraphs>18</Paragraphs>
  <Slides>20</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20</vt:i4>
      </vt:variant>
    </vt:vector>
  </HeadingPairs>
  <TitlesOfParts>
    <vt:vector size="24" baseType="lpstr">
      <vt:lpstr>小塚明朝 Pro L</vt:lpstr>
      <vt:lpstr>游ゴシック</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nagumo shoko</dc:creator>
  <cp:lastModifiedBy>南雲嘉明</cp:lastModifiedBy>
  <cp:revision>25</cp:revision>
  <dcterms:created xsi:type="dcterms:W3CDTF">2018-05-18T01:57:06Z</dcterms:created>
  <dcterms:modified xsi:type="dcterms:W3CDTF">2025-07-05T22:33:25Z</dcterms:modified>
</cp:coreProperties>
</file>