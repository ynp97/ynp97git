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232" y="28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06A7455C-219E-42D3-8F17-B32323BD6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1955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960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17:15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また神はアブラハムに仰せられた。「あなたの妻サライは、その名をサライと呼んではならない。その名はサラとなるからだ。</a:t>
            </a:r>
          </a:p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17:16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わたしは彼女を祝福し、彼女によって必ずあなたに男の子を与える。わたしは彼女を祝福する。彼女は国々の母となり、もろもろの民の王たちが彼女から出てくる。」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0147-BE32-E953-821E-5B6A7563A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5060BA-DC2C-7A2F-742A-F41AD52554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17:17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アブラハムはひれ伏して、笑った。そして心の中で言った。「百歳の者に子が生まれるだろうか。サラにしても、九十歳の女が子を産めるだろうか。」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204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73D2C-F351-446E-8FFE-6AD6A451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48C985-6696-A443-5300-7BF845B33B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17:18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そして、アブラハムは神に言った。「どうか、イシュマエルが御前で生きますように。」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534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EE46E-E5A5-B203-B208-C0C195F0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468DEC-CF13-B868-22B8-F33C856ED0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17:19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神は仰せられた。「いや、あなたの妻サラが、あなたに男の子を産むのだ。あなたはその子をイサクと名づけなさい。わたしは彼と、わたしの契約を立て、それを彼の後の子孫のために永遠の契約とする。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3154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05554-8F71-AC3E-85BB-F503D7423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B940B0-BC33-1630-BE46-748619FD9A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17:20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イシュマエルについては、あなたの言うことを聞き入れた。必ず、わたしは彼を祝福し、子孫に富ませ、大いに増やす。彼は十二人の族長たちを生む。わたしは彼を大いなる国民とする。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5458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890CB-C1D9-5803-4886-10CC0D4F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072960-087A-A07B-9596-3733CC0A6D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17:1</a:t>
            </a:r>
            <a:r>
              <a:rPr lang="en-US" altLang="ja-JP" dirty="0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さて、アブラムが九十九歳のとき、主はアブラムに現れ、こう言われた。「わたしは全能の神である。あなたはわたしの前に歩み、全き者であれ。</a:t>
            </a:r>
          </a:p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17:2</a:t>
            </a:r>
            <a:r>
              <a:rPr lang="en-US" altLang="ja-JP" dirty="0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わたしは、わたしの契約を、わたしとあなたとの間に立てる。わたしは、あなたを大いに増やす。」</a:t>
            </a:r>
          </a:p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17:3</a:t>
            </a:r>
            <a:r>
              <a:rPr lang="en-US" altLang="ja-JP" dirty="0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アブラムはひれ伏した。神は彼にこう告げられた。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55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442EE-C35A-7796-5457-6601DB27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4D4E99-9A98-15E4-113B-97939AB0DF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17:4</a:t>
            </a:r>
            <a:r>
              <a:rPr lang="en-US" altLang="ja-JP" dirty="0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「これが、あなたと結ぶわたしの契約である。あなたは</a:t>
            </a:r>
            <a:r>
              <a:rPr lang="ja-JP" altLang="ja-JP">
                <a:solidFill>
                  <a:srgbClr val="80340D"/>
                </a:solidFill>
                <a:highlight>
                  <a:srgbClr val="00FFFF"/>
                </a:highlight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多くの国民の父と</a:t>
            </a:r>
            <a:r>
              <a:rPr lang="ja-JP" altLang="ja-JP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なる。</a:t>
            </a:r>
          </a:p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17:5</a:t>
            </a:r>
            <a:r>
              <a:rPr lang="en-US" altLang="ja-JP" dirty="0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あなたの名は、もはや、アブラムとは呼ばれない。あなたの名はアブラハムとなる。わたしがあなたを</a:t>
            </a:r>
            <a:r>
              <a:rPr lang="ja-JP" altLang="ja-JP">
                <a:solidFill>
                  <a:srgbClr val="80340D"/>
                </a:solidFill>
                <a:highlight>
                  <a:srgbClr val="00FFFF"/>
                </a:highlight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多くの国民の父とする</a:t>
            </a:r>
            <a:r>
              <a:rPr lang="ja-JP" altLang="ja-JP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からである。</a:t>
            </a:r>
          </a:p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17:6</a:t>
            </a:r>
            <a:r>
              <a:rPr lang="en-US" altLang="ja-JP" dirty="0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わたしは、あなたをますます子孫に富ませ、あなたを</a:t>
            </a:r>
            <a:r>
              <a:rPr lang="ja-JP" altLang="ja-JP">
                <a:solidFill>
                  <a:srgbClr val="80340D"/>
                </a:solidFill>
                <a:highlight>
                  <a:srgbClr val="00FFFF"/>
                </a:highlight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いくつもの国民</a:t>
            </a:r>
            <a:r>
              <a:rPr lang="ja-JP" altLang="ja-JP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とする。王たちが、あなたから出てくるだろう。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133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EE16-99B1-FC19-B68F-4862DA6E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F64696-6C4A-265E-1AAB-F571CD691D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Rom. 9:7</a:t>
            </a:r>
            <a:r>
              <a:rPr lang="en-US" altLang="ja-JP" dirty="0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アブラハムの子どもたちがみな、アブラハムの子孫だということではありません。むしろ、「イサクにあって、あなたの子孫が起こされる」からです。</a:t>
            </a:r>
          </a:p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Rom. 9:8</a:t>
            </a:r>
            <a:r>
              <a:rPr lang="en-US" altLang="ja-JP" dirty="0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solidFill>
                  <a:srgbClr val="80340D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すなわち、肉の子どもがそのまま神の子どもなのではなく、むしろ、約束の子どもが子孫と認められるのです。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2291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E355-C937-E032-98BB-75D1CB374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13D709-8452-4464-A52C-91924EE0A7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17:23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こでアブラハムは、その子イシュマエル、彼の家で生まれたすべてのしもべ、また、金で買い取ったすべての者、すなわち、アブラハムの家のすべての男子を集め、神が彼に告げられたとおり、その日のうちに、彼らの包皮の肉を切り捨てた。</a:t>
            </a:r>
          </a:p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17:24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アブラハムが包皮の肉を切り捨てられたときは、九十九歳であった。</a:t>
            </a:r>
          </a:p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17:25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その子イシュマエルは、包皮の肉に割礼を受けたとき、十三歳であった。</a:t>
            </a:r>
          </a:p>
          <a:p>
            <a:pPr marL="152400" marR="152400"/>
            <a:r>
              <a:rPr lang="en-US" altLang="ja-JP" dirty="0">
                <a:solidFill>
                  <a:srgbClr val="006699"/>
                </a:solidFill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Gen. 17:26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アブラハムとその子イシュマエルは、その日のうちに割礼を受けた。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1898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6E3DA-D224-0B3F-CDCF-1C28D1292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E3FC5-A043-32BC-A700-1104449984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2491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E1A19-468D-CB90-4EEE-D8ABAE6E2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FD0C17-2A2C-C1A5-C957-2168D9C090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763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B848B-93EF-9B1B-CFC4-45F4D85A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3962C8-4AB5-B691-D2B7-F179239D9B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236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25412-F37C-9974-BE9C-C2E90D31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B237AC-041A-F3AD-0A77-742DC6E5B4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505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68C62-9EF2-2ABD-3A76-51307F48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E060BE-F0F4-BC72-ECE9-47B2F1D25A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8680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9E8CC-1F65-052A-63EB-B70448B0A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4DE0E8-751B-3A65-AA16-11A8CE76EE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695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B1F2F-09F2-D76E-8909-7FC16217F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8F5CB3-9C6D-32F2-FEBD-72782F0AE0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8087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2FA98-EFAF-30CA-C97A-44CBFDDB7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BC7BBA-B98F-4A22-92DC-17D5CFEAD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007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55637-631C-91B4-CBA7-B8C8B2F5C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4740C1-7FCC-4CA3-92E5-EB497B54A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342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3280-609D-A68B-2158-7DB7E6B05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A1236D-1D94-DE0D-0A90-8B6E17C50E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673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73210-4183-A94C-684A-A5BB22774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D42C09-945C-A37B-C7AA-DB3E65E32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384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636</Words>
  <Application>Microsoft Macintosh PowerPoint</Application>
  <PresentationFormat>ワイド画面</PresentationFormat>
  <Paragraphs>18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小塚明朝 Pro L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nagumo shoko</dc:creator>
  <cp:lastModifiedBy>南雲嘉明</cp:lastModifiedBy>
  <cp:revision>25</cp:revision>
  <dcterms:created xsi:type="dcterms:W3CDTF">2018-05-18T01:57:06Z</dcterms:created>
  <dcterms:modified xsi:type="dcterms:W3CDTF">2025-07-05T22:33:25Z</dcterms:modified>
</cp:coreProperties>
</file>